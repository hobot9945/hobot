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48" r:id="rId4"/>
  </p:sldMasterIdLst>
  <p:notesMasterIdLst>
    <p:notesMasterId r:id="rId26"/>
  </p:notesMasterIdLst>
  <p:handoutMasterIdLst>
    <p:handoutMasterId r:id="rId27"/>
  </p:handoutMasterIdLst>
  <p:sldIdLst>
    <p:sldId id="3090" r:id="rId5"/>
    <p:sldId id="3096" r:id="rId6"/>
    <p:sldId id="3097" r:id="rId7"/>
    <p:sldId id="3052" r:id="rId8"/>
    <p:sldId id="3054" r:id="rId9"/>
    <p:sldId id="3061" r:id="rId10"/>
    <p:sldId id="3062" r:id="rId11"/>
    <p:sldId id="3063" r:id="rId12"/>
    <p:sldId id="3100" r:id="rId13"/>
    <p:sldId id="3073" r:id="rId14"/>
    <p:sldId id="3074" r:id="rId15"/>
    <p:sldId id="3072" r:id="rId16"/>
    <p:sldId id="3077" r:id="rId17"/>
    <p:sldId id="3076" r:id="rId18"/>
    <p:sldId id="3079" r:id="rId19"/>
    <p:sldId id="3080" r:id="rId20"/>
    <p:sldId id="3081" r:id="rId21"/>
    <p:sldId id="3098" r:id="rId22"/>
    <p:sldId id="3055" r:id="rId23"/>
    <p:sldId id="3099" r:id="rId24"/>
    <p:sldId id="3093" r:id="rId25"/>
  </p:sldIdLst>
  <p:sldSz cx="18288000" cy="10288588"/>
  <p:notesSz cx="6799263" cy="9875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68751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137502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206254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2750057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3437570" algn="l" defTabSz="1375029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4125084" algn="l" defTabSz="1375029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4812599" algn="l" defTabSz="1375029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5500111" algn="l" defTabSz="1375029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240" userDrawn="1">
          <p15:clr>
            <a:srgbClr val="A4A3A4"/>
          </p15:clr>
        </p15:guide>
        <p15:guide id="2" pos="57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0B0B"/>
    <a:srgbClr val="FFFFFF"/>
    <a:srgbClr val="232B36"/>
    <a:srgbClr val="1F232E"/>
    <a:srgbClr val="1FD7B5"/>
    <a:srgbClr val="04C4DE"/>
    <a:srgbClr val="FFCF54"/>
    <a:srgbClr val="FF9D54"/>
    <a:srgbClr val="FEBC52"/>
    <a:srgbClr val="E040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29" autoAdjust="0"/>
    <p:restoredTop sz="96408" autoAdjust="0"/>
  </p:normalViewPr>
  <p:slideViewPr>
    <p:cSldViewPr snapToGrid="0">
      <p:cViewPr varScale="1">
        <p:scale>
          <a:sx n="71" d="100"/>
          <a:sy n="71" d="100"/>
        </p:scale>
        <p:origin x="-144" y="-156"/>
      </p:cViewPr>
      <p:guideLst>
        <p:guide orient="horz" pos="3241"/>
        <p:guide pos="5738"/>
      </p:guideLst>
    </p:cSldViewPr>
  </p:slideViewPr>
  <p:outlineViewPr>
    <p:cViewPr>
      <p:scale>
        <a:sx n="33" d="100"/>
        <a:sy n="33" d="100"/>
      </p:scale>
      <p:origin x="0" y="-1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9472"/>
    </p:cViewPr>
  </p:sorterViewPr>
  <p:notesViewPr>
    <p:cSldViewPr snapToGrid="0">
      <p:cViewPr varScale="1">
        <p:scale>
          <a:sx n="99" d="100"/>
          <a:sy n="99" d="100"/>
        </p:scale>
        <p:origin x="3920" y="184"/>
      </p:cViewPr>
      <p:guideLst>
        <p:guide orient="horz" pos="3111"/>
        <p:guide pos="214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347" cy="4937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9380332"/>
            <a:ext cx="2946347" cy="4937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1343" y="9380332"/>
            <a:ext cx="2946347" cy="49379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039A10D-FF89-4304-8834-E5758B5B28FC}" type="slidenum">
              <a:rPr lang="ru-RU" altLang="ru-RU"/>
              <a:pPr>
                <a:defRPr/>
              </a:pPr>
              <a:t>‹#›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8029499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347" cy="495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1343" y="0"/>
            <a:ext cx="2946347" cy="495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F836DE1-6B7A-47AD-B7B7-17DCB15A01C6}" type="datetimeFigureOut">
              <a:rPr lang="en-US"/>
              <a:pPr>
                <a:defRPr/>
              </a:pPr>
              <a:t>12/26/2019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5075"/>
            <a:ext cx="5922963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27" y="4752747"/>
            <a:ext cx="5439410" cy="388861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80334"/>
            <a:ext cx="2946347" cy="495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1343" y="9380334"/>
            <a:ext cx="2946347" cy="495506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3174689-BECC-4390-B3B9-306A17FD432A}" type="slidenum">
              <a:rPr lang="en-US" altLang="ru-RU"/>
              <a:pPr>
                <a:defRPr/>
              </a:pPr>
              <a:t>‹#›</a:t>
            </a:fld>
            <a:endParaRPr lang="en-US" altLang="ru-RU" dirty="0"/>
          </a:p>
        </p:txBody>
      </p:sp>
    </p:spTree>
    <p:extLst>
      <p:ext uri="{BB962C8B-B14F-4D97-AF65-F5344CB8AC3E}">
        <p14:creationId xmlns:p14="http://schemas.microsoft.com/office/powerpoint/2010/main" val="1886981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7514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5029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62543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50057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37570" algn="l" defTabSz="13750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25084" algn="l" defTabSz="13750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12599" algn="l" defTabSz="13750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500111" algn="l" defTabSz="13750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4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4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6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6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7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7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8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8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9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9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10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10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11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11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12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12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13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13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14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14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15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15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16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16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17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17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18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18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19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19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1348" y="9380337"/>
            <a:ext cx="2946347" cy="49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094" tIns="46546" rIns="93094" bIns="46546" anchor="b"/>
          <a:lstStyle/>
          <a:p>
            <a:pPr algn="r"/>
            <a:fld id="{89EA3C59-62F8-42FB-A036-59990E05DAC9}" type="slidenum">
              <a:rPr lang="ru-RU" sz="1200">
                <a:solidFill>
                  <a:srgbClr val="000000"/>
                </a:solidFill>
              </a:rPr>
              <a:pPr algn="r"/>
              <a:t>20</a:t>
            </a:fld>
            <a:endParaRPr lang="ru-RU" sz="1200">
              <a:solidFill>
                <a:srgbClr val="000000"/>
              </a:solidFill>
            </a:endParaRPr>
          </a:p>
        </p:txBody>
      </p:sp>
      <p:sp>
        <p:nvSpPr>
          <p:cNvPr id="48131" name="Rectangle 7"/>
          <p:cNvSpPr txBox="1">
            <a:spLocks noGrp="1" noChangeArrowheads="1"/>
          </p:cNvSpPr>
          <p:nvPr/>
        </p:nvSpPr>
        <p:spPr bwMode="auto">
          <a:xfrm>
            <a:off x="3854496" y="9383761"/>
            <a:ext cx="2944773" cy="49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367" tIns="44684" rIns="89367" bIns="44684" anchor="b"/>
          <a:lstStyle/>
          <a:p>
            <a:pPr algn="r" defTabSz="924470"/>
            <a:fld id="{1ECE1F00-DC75-4606-A1A6-64D705243D15}" type="slidenum">
              <a:rPr lang="ru-RU" sz="1300">
                <a:solidFill>
                  <a:srgbClr val="000000"/>
                </a:solidFill>
                <a:latin typeface="Times New Roman" pitchFamily="18" charset="0"/>
              </a:rPr>
              <a:pPr algn="r" defTabSz="924470"/>
              <a:t>20</a:t>
            </a:fld>
            <a:endParaRPr lang="ru-RU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7950" y="741363"/>
            <a:ext cx="6583363" cy="37036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078" y="4691032"/>
            <a:ext cx="5433115" cy="4442414"/>
          </a:xfrm>
          <a:noFill/>
        </p:spPr>
        <p:txBody>
          <a:bodyPr wrap="square" lIns="89367" tIns="44684" rIns="89367" bIns="44684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 серо-зелена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43191F2-C34F-D040-B785-A2F8CAC3EF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48" y="544576"/>
            <a:ext cx="6032500" cy="5829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-2" y="7607808"/>
            <a:ext cx="18288000" cy="1481329"/>
          </a:xfrm>
          <a:prstGeom prst="rect">
            <a:avLst/>
          </a:prstGeom>
          <a:noFill/>
        </p:spPr>
        <p:txBody>
          <a:bodyPr lIns="91427" tIns="45712" rIns="91427" bIns="45712"/>
          <a:lstStyle>
            <a:lvl1pPr algn="ctr">
              <a:defRPr sz="4000" b="1" cap="all" spc="100" baseline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428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. серо-зел. с цветным герб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DA2323B-D645-1545-B193-53C15BA3B2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48" y="544576"/>
            <a:ext cx="6032500" cy="5829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-2" y="7607808"/>
            <a:ext cx="18288000" cy="1481329"/>
          </a:xfrm>
          <a:prstGeom prst="rect">
            <a:avLst/>
          </a:prstGeom>
          <a:noFill/>
        </p:spPr>
        <p:txBody>
          <a:bodyPr lIns="91427" tIns="45712" rIns="91427" bIns="45712"/>
          <a:lstStyle>
            <a:lvl1pPr algn="ctr">
              <a:defRPr sz="4000" b="1" cap="all" spc="100" baseline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 зелено-сера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D010D44-C6C4-EC4A-A451-A1236C98A5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098" y="579797"/>
            <a:ext cx="6019800" cy="5829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-2" y="7607808"/>
            <a:ext cx="18288000" cy="1481329"/>
          </a:xfrm>
          <a:prstGeom prst="rect">
            <a:avLst/>
          </a:prstGeom>
          <a:noFill/>
        </p:spPr>
        <p:txBody>
          <a:bodyPr lIns="91427" tIns="45712" rIns="91427" bIns="45712"/>
          <a:lstStyle>
            <a:lvl1pPr algn="ctr">
              <a:defRPr sz="4000" b="1" cap="all" spc="100" baseline="0"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нгл. обложка серо-зелена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4004AA7-9E03-B043-81BC-FF00F32A1C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470" y="544576"/>
            <a:ext cx="5397500" cy="5829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-2" y="7607808"/>
            <a:ext cx="18288000" cy="1481329"/>
          </a:xfrm>
          <a:prstGeom prst="rect">
            <a:avLst/>
          </a:prstGeom>
          <a:noFill/>
        </p:spPr>
        <p:txBody>
          <a:bodyPr lIns="91427" tIns="45712" rIns="91427" bIns="45712"/>
          <a:lstStyle>
            <a:lvl1pPr algn="ctr">
              <a:defRPr sz="4000" b="1" cap="all" spc="100" baseline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482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нгл. обл. серо-зел. с цветным герб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CF48E92-7EB9-B548-9471-E6FE513B1B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026" y="540003"/>
            <a:ext cx="5397500" cy="5829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-2" y="7607808"/>
            <a:ext cx="18288000" cy="1481329"/>
          </a:xfrm>
          <a:prstGeom prst="rect">
            <a:avLst/>
          </a:prstGeom>
          <a:noFill/>
        </p:spPr>
        <p:txBody>
          <a:bodyPr lIns="91427" tIns="45712" rIns="91427" bIns="45712"/>
          <a:lstStyle>
            <a:lvl1pPr algn="ctr">
              <a:defRPr sz="4000" b="1" cap="all" spc="100" baseline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93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нгл. обложка зелено-сера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9E9FF3B-AC18-C947-84DB-AA8FEF6CCD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098" y="579797"/>
            <a:ext cx="6019800" cy="5829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-2" y="7607808"/>
            <a:ext cx="18288000" cy="1481329"/>
          </a:xfrm>
          <a:prstGeom prst="rect">
            <a:avLst/>
          </a:prstGeom>
          <a:noFill/>
        </p:spPr>
        <p:txBody>
          <a:bodyPr lIns="91427" tIns="45712" rIns="91427" bIns="45712"/>
          <a:lstStyle>
            <a:lvl1pPr algn="ctr">
              <a:defRPr sz="4000" b="1" cap="all" spc="100" baseline="0"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340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лист - сер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" y="3297002"/>
            <a:ext cx="18288000" cy="2819533"/>
          </a:xfrm>
          <a:prstGeom prst="rect">
            <a:avLst/>
          </a:prstGeom>
          <a:noFill/>
        </p:spPr>
        <p:txBody>
          <a:bodyPr lIns="91427" tIns="45712" rIns="91427" bIns="45712"/>
          <a:lstStyle>
            <a:lvl1pPr algn="ctr">
              <a:lnSpc>
                <a:spcPct val="120000"/>
              </a:lnSpc>
              <a:defRPr sz="5400" b="1" cap="all" spc="100" baseline="0"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раздела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лист - зелен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2" y="3297002"/>
            <a:ext cx="18288000" cy="2819533"/>
          </a:xfrm>
          <a:prstGeom prst="rect">
            <a:avLst/>
          </a:prstGeom>
          <a:noFill/>
        </p:spPr>
        <p:txBody>
          <a:bodyPr lIns="91427" tIns="45712" rIns="91427" bIns="45712"/>
          <a:lstStyle>
            <a:lvl1pPr algn="ctr">
              <a:lnSpc>
                <a:spcPct val="120000"/>
              </a:lnSpc>
              <a:defRPr sz="5400" b="1" cap="all" spc="100" baseline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раздела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блон обычной страниц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01320" y="264542"/>
            <a:ext cx="15399512" cy="997332"/>
          </a:xfrm>
          <a:prstGeom prst="rect">
            <a:avLst/>
          </a:prstGeom>
        </p:spPr>
        <p:txBody>
          <a:bodyPr lIns="91427" tIns="45712" rIns="91427" bIns="45712" anchor="ctr"/>
          <a:lstStyle>
            <a:lvl1pPr>
              <a:defRPr sz="3400" cap="all" baseline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слайда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01320" y="9664574"/>
            <a:ext cx="15399512" cy="284100"/>
          </a:xfrm>
          <a:prstGeom prst="rect">
            <a:avLst/>
          </a:prstGeom>
          <a:noFill/>
        </p:spPr>
        <p:txBody>
          <a:bodyPr vert="horz" lIns="91427" tIns="45712" rIns="91427" bIns="45712" rtlCol="0" anchor="ctr"/>
          <a:lstStyle>
            <a:lvl1pPr algn="l">
              <a:defRPr sz="1400" b="0" cap="all" spc="200" baseline="0"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1320" y="9948672"/>
            <a:ext cx="3937508" cy="339916"/>
          </a:xfrm>
          <a:prstGeom prst="rect">
            <a:avLst/>
          </a:prstGeom>
        </p:spPr>
        <p:txBody>
          <a:bodyPr vert="horz" lIns="91427" tIns="45712" rIns="91427" bIns="45712" rtlCol="0" anchor="ctr"/>
          <a:lstStyle>
            <a:lvl1pPr algn="l">
              <a:defRPr sz="1800" b="1" i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6E6542A-CDDE-0A4D-9BEA-1CDB85DF59E6}" type="slidenum">
              <a:rPr lang="en-US" smtClean="0"/>
              <a:pPr/>
              <a:t>‹#›</a:t>
            </a:fld>
            <a:endParaRPr lang="en-US" dirty="0"/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нгл шаблон обычной страницы -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01320" y="264542"/>
            <a:ext cx="15399512" cy="997332"/>
          </a:xfrm>
          <a:prstGeom prst="rect">
            <a:avLst/>
          </a:prstGeom>
        </p:spPr>
        <p:txBody>
          <a:bodyPr lIns="91427" tIns="45712" rIns="91427" bIns="45712" anchor="ctr"/>
          <a:lstStyle>
            <a:lvl1pPr>
              <a:defRPr sz="3400" cap="all" baseline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слайда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01320" y="9664574"/>
            <a:ext cx="15399512" cy="284100"/>
          </a:xfrm>
          <a:prstGeom prst="rect">
            <a:avLst/>
          </a:prstGeom>
          <a:noFill/>
        </p:spPr>
        <p:txBody>
          <a:bodyPr vert="horz" lIns="91427" tIns="45712" rIns="91427" bIns="45712" rtlCol="0" anchor="ctr"/>
          <a:lstStyle>
            <a:lvl1pPr algn="l">
              <a:defRPr sz="1400" b="0" cap="all" spc="200" baseline="0"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BABFF91-7402-CA48-B04D-47894DDD4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1320" y="9948672"/>
            <a:ext cx="3937508" cy="339916"/>
          </a:xfrm>
          <a:prstGeom prst="rect">
            <a:avLst/>
          </a:prstGeom>
        </p:spPr>
        <p:txBody>
          <a:bodyPr vert="horz" lIns="91427" tIns="45712" rIns="91427" bIns="45712" rtlCol="0" anchor="ctr"/>
          <a:lstStyle>
            <a:lvl1pPr algn="l">
              <a:defRPr sz="1800" b="1" i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6E6542A-CDDE-0A4D-9BEA-1CDB85DF59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923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нгл шаблон обычной страницы -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01320" y="264542"/>
            <a:ext cx="15399512" cy="997332"/>
          </a:xfrm>
          <a:prstGeom prst="rect">
            <a:avLst/>
          </a:prstGeom>
        </p:spPr>
        <p:txBody>
          <a:bodyPr lIns="91427" tIns="45712" rIns="91427" bIns="45712" anchor="ctr"/>
          <a:lstStyle>
            <a:lvl1pPr>
              <a:defRPr sz="3400" cap="all" baseline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слайда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01320" y="9664574"/>
            <a:ext cx="15399512" cy="284100"/>
          </a:xfrm>
          <a:prstGeom prst="rect">
            <a:avLst/>
          </a:prstGeom>
          <a:noFill/>
        </p:spPr>
        <p:txBody>
          <a:bodyPr vert="horz" lIns="91427" tIns="45712" rIns="91427" bIns="45712" rtlCol="0" anchor="ctr"/>
          <a:lstStyle>
            <a:lvl1pPr algn="l">
              <a:defRPr sz="1400" b="0" cap="all" spc="200" baseline="0"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57A5592-4444-6A4B-9D7F-812B6777E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1320" y="9948672"/>
            <a:ext cx="3937508" cy="339916"/>
          </a:xfrm>
          <a:prstGeom prst="rect">
            <a:avLst/>
          </a:prstGeom>
        </p:spPr>
        <p:txBody>
          <a:bodyPr vert="horz" lIns="91427" tIns="45712" rIns="91427" bIns="45712" rtlCol="0" anchor="ctr"/>
          <a:lstStyle>
            <a:lvl1pPr algn="l">
              <a:defRPr sz="1800" b="1" i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6E6542A-CDDE-0A4D-9BEA-1CDB85DF59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667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8588"/>
          </a:xfrm>
          <a:prstGeom prst="rect">
            <a:avLst/>
          </a:prstGeom>
          <a:pattFill prst="wdUpDiag">
            <a:fgClr>
              <a:schemeClr val="accent6">
                <a:lumMod val="20000"/>
                <a:lumOff val="80000"/>
              </a:schemeClr>
            </a:fgClr>
            <a:bgClr>
              <a:srgbClr val="FFFFFF"/>
            </a:bgClr>
          </a:pattFill>
          <a:ln>
            <a:noFill/>
          </a:ln>
          <a:effectLst/>
        </p:spPr>
        <p:txBody>
          <a:bodyPr vert="horz" wrap="square" lIns="91427" tIns="45712" rIns="91427" bIns="45712" numCol="1" anchor="t" anchorCtr="0" compatLnSpc="1">
            <a:prstTxWarp prst="textNoShape">
              <a:avLst/>
            </a:prstTxWarp>
          </a:bodyPr>
          <a:lstStyle>
            <a:lvl1pPr>
              <a:defRPr lang="en-US" sz="2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621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фото на весь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1330325"/>
            <a:ext cx="4572000" cy="8315325"/>
          </a:xfrm>
          <a:prstGeom prst="rect">
            <a:avLst/>
          </a:prstGeom>
          <a:pattFill prst="wdUpDiag">
            <a:fgClr>
              <a:schemeClr val="accent6">
                <a:lumMod val="20000"/>
                <a:lumOff val="80000"/>
              </a:schemeClr>
            </a:fgClr>
            <a:bgClr>
              <a:schemeClr val="bg2"/>
            </a:bgClr>
          </a:pattFill>
          <a:ln>
            <a:noFill/>
          </a:ln>
          <a:effectLst/>
        </p:spPr>
        <p:txBody>
          <a:bodyPr vert="horz" wrap="square" lIns="91427" tIns="45712" rIns="91427" bIns="45712" numCol="1" anchor="t" anchorCtr="0" compatLnSpc="1">
            <a:prstTxWarp prst="textNoShape">
              <a:avLst/>
            </a:prstTxWarp>
          </a:bodyPr>
          <a:lstStyle>
            <a:lvl1pPr>
              <a:defRPr lang="en-US" sz="200"/>
            </a:lvl1pPr>
          </a:lstStyle>
          <a:p>
            <a:pPr lvl="0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572000" y="1330325"/>
            <a:ext cx="4572000" cy="8315325"/>
          </a:xfrm>
          <a:prstGeom prst="rect">
            <a:avLst/>
          </a:prstGeom>
          <a:pattFill prst="wdUpDiag">
            <a:fgClr>
              <a:schemeClr val="accent6">
                <a:lumMod val="20000"/>
                <a:lumOff val="80000"/>
              </a:schemeClr>
            </a:fgClr>
            <a:bgClr>
              <a:schemeClr val="bg2"/>
            </a:bgClr>
          </a:pattFill>
          <a:ln>
            <a:noFill/>
          </a:ln>
          <a:effectLst/>
        </p:spPr>
        <p:txBody>
          <a:bodyPr vert="horz" wrap="square" lIns="91427" tIns="45712" rIns="91427" bIns="45712" numCol="1" anchor="t" anchorCtr="0" compatLnSpc="1">
            <a:prstTxWarp prst="textNoShape">
              <a:avLst/>
            </a:prstTxWarp>
          </a:bodyPr>
          <a:lstStyle>
            <a:lvl1pPr>
              <a:defRPr lang="en-US" sz="200"/>
            </a:lvl1pPr>
          </a:lstStyle>
          <a:p>
            <a:pPr lvl="0"/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144000" y="1330325"/>
            <a:ext cx="4572000" cy="8315325"/>
          </a:xfrm>
          <a:prstGeom prst="rect">
            <a:avLst/>
          </a:prstGeom>
          <a:pattFill prst="wdUpDiag">
            <a:fgClr>
              <a:schemeClr val="accent6">
                <a:lumMod val="20000"/>
                <a:lumOff val="80000"/>
              </a:schemeClr>
            </a:fgClr>
            <a:bgClr>
              <a:schemeClr val="bg2"/>
            </a:bgClr>
          </a:pattFill>
          <a:ln>
            <a:noFill/>
          </a:ln>
          <a:effectLst/>
        </p:spPr>
        <p:txBody>
          <a:bodyPr vert="horz" wrap="square" lIns="91427" tIns="45712" rIns="91427" bIns="45712" numCol="1" anchor="t" anchorCtr="0" compatLnSpc="1">
            <a:prstTxWarp prst="textNoShape">
              <a:avLst/>
            </a:prstTxWarp>
          </a:bodyPr>
          <a:lstStyle>
            <a:lvl1pPr>
              <a:defRPr lang="en-US" sz="200"/>
            </a:lvl1pPr>
          </a:lstStyle>
          <a:p>
            <a:pPr lvl="0"/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3716000" y="1330325"/>
            <a:ext cx="4572000" cy="8315325"/>
          </a:xfrm>
          <a:prstGeom prst="rect">
            <a:avLst/>
          </a:prstGeom>
          <a:pattFill prst="wdUpDiag">
            <a:fgClr>
              <a:schemeClr val="accent6">
                <a:lumMod val="20000"/>
                <a:lumOff val="80000"/>
              </a:schemeClr>
            </a:fgClr>
            <a:bgClr>
              <a:schemeClr val="bg2"/>
            </a:bgClr>
          </a:pattFill>
          <a:ln>
            <a:noFill/>
          </a:ln>
          <a:effectLst/>
        </p:spPr>
        <p:txBody>
          <a:bodyPr vert="horz" wrap="square" lIns="91427" tIns="45712" rIns="91427" bIns="45712" numCol="1" anchor="t" anchorCtr="0" compatLnSpc="1">
            <a:prstTxWarp prst="textNoShape">
              <a:avLst/>
            </a:prstTxWarp>
          </a:bodyPr>
          <a:lstStyle>
            <a:lvl1pPr>
              <a:defRPr lang="en-US" sz="200"/>
            </a:lvl1pPr>
          </a:lstStyle>
          <a:p>
            <a:pPr lvl="0"/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01320" y="9664574"/>
            <a:ext cx="15399512" cy="284100"/>
          </a:xfrm>
          <a:prstGeom prst="rect">
            <a:avLst/>
          </a:prstGeom>
          <a:noFill/>
        </p:spPr>
        <p:txBody>
          <a:bodyPr vert="horz" lIns="91427" tIns="45712" rIns="91427" bIns="45712" rtlCol="0" anchor="ctr"/>
          <a:lstStyle>
            <a:lvl1pPr algn="l">
              <a:defRPr sz="1400" b="0" cap="all" spc="200" baseline="0"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01320" y="264542"/>
            <a:ext cx="15399512" cy="997332"/>
          </a:xfrm>
          <a:prstGeom prst="rect">
            <a:avLst/>
          </a:prstGeom>
        </p:spPr>
        <p:txBody>
          <a:bodyPr lIns="91427" tIns="45712" rIns="91427" bIns="45712" anchor="ctr"/>
          <a:lstStyle>
            <a:lvl1pPr>
              <a:defRPr sz="3400" cap="all" baseline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слайда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0B3BAD22-6EAE-CD40-92E4-E6D421676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1320" y="9948672"/>
            <a:ext cx="3937508" cy="339916"/>
          </a:xfrm>
          <a:prstGeom prst="rect">
            <a:avLst/>
          </a:prstGeom>
        </p:spPr>
        <p:txBody>
          <a:bodyPr vert="horz" lIns="91427" tIns="45712" rIns="91427" bIns="45712" rtlCol="0" anchor="ctr"/>
          <a:lstStyle>
            <a:lvl1pPr algn="l">
              <a:defRPr sz="1800" b="1" i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6E6542A-CDDE-0A4D-9BEA-1CDB85DF59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15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тезиса = 3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2"/>
          </p:nvPr>
        </p:nvSpPr>
        <p:spPr>
          <a:xfrm>
            <a:off x="12216663" y="2943199"/>
            <a:ext cx="5245910" cy="4596761"/>
          </a:xfrm>
          <a:custGeom>
            <a:avLst/>
            <a:gdLst>
              <a:gd name="connsiteX0" fmla="*/ 612097 w 5242298"/>
              <a:gd name="connsiteY0" fmla="*/ 268922 h 4596761"/>
              <a:gd name="connsiteX1" fmla="*/ 715734 w 5242298"/>
              <a:gd name="connsiteY1" fmla="*/ 320265 h 4596761"/>
              <a:gd name="connsiteX2" fmla="*/ 749012 w 5242298"/>
              <a:gd name="connsiteY2" fmla="*/ 533245 h 4596761"/>
              <a:gd name="connsiteX3" fmla="*/ 749012 w 5242298"/>
              <a:gd name="connsiteY3" fmla="*/ 704390 h 4596761"/>
              <a:gd name="connsiteX4" fmla="*/ 720487 w 5242298"/>
              <a:gd name="connsiteY4" fmla="*/ 924976 h 4596761"/>
              <a:gd name="connsiteX5" fmla="*/ 627309 w 5242298"/>
              <a:gd name="connsiteY5" fmla="*/ 1016252 h 4596761"/>
              <a:gd name="connsiteX6" fmla="*/ 288823 w 5242298"/>
              <a:gd name="connsiteY6" fmla="*/ 1037170 h 4596761"/>
              <a:gd name="connsiteX7" fmla="*/ 288823 w 5242298"/>
              <a:gd name="connsiteY7" fmla="*/ 1484046 h 4596761"/>
              <a:gd name="connsiteX8" fmla="*/ 591178 w 5242298"/>
              <a:gd name="connsiteY8" fmla="*/ 1513522 h 4596761"/>
              <a:gd name="connsiteX9" fmla="*/ 709079 w 5242298"/>
              <a:gd name="connsiteY9" fmla="*/ 1620963 h 4596761"/>
              <a:gd name="connsiteX10" fmla="*/ 749012 w 5242298"/>
              <a:gd name="connsiteY10" fmla="*/ 1879581 h 4596761"/>
              <a:gd name="connsiteX11" fmla="*/ 749012 w 5242298"/>
              <a:gd name="connsiteY11" fmla="*/ 2092560 h 4596761"/>
              <a:gd name="connsiteX12" fmla="*/ 720487 w 5242298"/>
              <a:gd name="connsiteY12" fmla="*/ 2450062 h 4596761"/>
              <a:gd name="connsiteX13" fmla="*/ 602589 w 5242298"/>
              <a:gd name="connsiteY13" fmla="*/ 2518519 h 4596761"/>
              <a:gd name="connsiteX14" fmla="*/ 497050 w 5242298"/>
              <a:gd name="connsiteY14" fmla="*/ 2464323 h 4596761"/>
              <a:gd name="connsiteX15" fmla="*/ 473278 w 5242298"/>
              <a:gd name="connsiteY15" fmla="*/ 2210460 h 4596761"/>
              <a:gd name="connsiteX16" fmla="*/ 473278 w 5242298"/>
              <a:gd name="connsiteY16" fmla="*/ 1710338 h 4596761"/>
              <a:gd name="connsiteX17" fmla="*/ 0 w 5242298"/>
              <a:gd name="connsiteY17" fmla="*/ 1710338 h 4596761"/>
              <a:gd name="connsiteX18" fmla="*/ 0 w 5242298"/>
              <a:gd name="connsiteY18" fmla="*/ 807076 h 4596761"/>
              <a:gd name="connsiteX19" fmla="*/ 473278 w 5242298"/>
              <a:gd name="connsiteY19" fmla="*/ 807076 h 4596761"/>
              <a:gd name="connsiteX20" fmla="*/ 473278 w 5242298"/>
              <a:gd name="connsiteY20" fmla="*/ 554163 h 4596761"/>
              <a:gd name="connsiteX21" fmla="*/ 502754 w 5242298"/>
              <a:gd name="connsiteY21" fmla="*/ 323118 h 4596761"/>
              <a:gd name="connsiteX22" fmla="*/ 612097 w 5242298"/>
              <a:gd name="connsiteY22" fmla="*/ 268922 h 4596761"/>
              <a:gd name="connsiteX23" fmla="*/ 1283934 w 5242298"/>
              <a:gd name="connsiteY23" fmla="*/ 0 h 4596761"/>
              <a:gd name="connsiteX24" fmla="*/ 5242298 w 5242298"/>
              <a:gd name="connsiteY24" fmla="*/ 0 h 4596761"/>
              <a:gd name="connsiteX25" fmla="*/ 5242298 w 5242298"/>
              <a:gd name="connsiteY25" fmla="*/ 4596761 h 4596761"/>
              <a:gd name="connsiteX26" fmla="*/ 0 w 5242298"/>
              <a:gd name="connsiteY26" fmla="*/ 4596761 h 4596761"/>
              <a:gd name="connsiteX27" fmla="*/ 0 w 5242298"/>
              <a:gd name="connsiteY27" fmla="*/ 2841012 h 4596761"/>
              <a:gd name="connsiteX28" fmla="*/ 44467 w 5242298"/>
              <a:gd name="connsiteY28" fmla="*/ 2871267 h 4596761"/>
              <a:gd name="connsiteX29" fmla="*/ 617801 w 5242298"/>
              <a:gd name="connsiteY29" fmla="*/ 2993920 h 4596761"/>
              <a:gd name="connsiteX30" fmla="*/ 1144545 w 5242298"/>
              <a:gd name="connsiteY30" fmla="*/ 2888321 h 4596761"/>
              <a:gd name="connsiteX31" fmla="*/ 1433590 w 5242298"/>
              <a:gd name="connsiteY31" fmla="*/ 2580099 h 4596761"/>
              <a:gd name="connsiteX32" fmla="*/ 1517260 w 5242298"/>
              <a:gd name="connsiteY32" fmla="*/ 2010286 h 4596761"/>
              <a:gd name="connsiteX33" fmla="*/ 1431688 w 5242298"/>
              <a:gd name="connsiteY33" fmla="*/ 1381465 h 4596761"/>
              <a:gd name="connsiteX34" fmla="*/ 1171168 w 5242298"/>
              <a:gd name="connsiteY34" fmla="*/ 1188348 h 4596761"/>
              <a:gd name="connsiteX35" fmla="*/ 1418376 w 5242298"/>
              <a:gd name="connsiteY35" fmla="*/ 978354 h 4596761"/>
              <a:gd name="connsiteX36" fmla="*/ 1488736 w 5242298"/>
              <a:gd name="connsiteY36" fmla="*/ 604941 h 4596761"/>
              <a:gd name="connsiteX37" fmla="*/ 1292870 w 5242298"/>
              <a:gd name="connsiteY37" fmla="*/ 8253 h 459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242298" h="4596761">
                <a:moveTo>
                  <a:pt x="612097" y="268922"/>
                </a:moveTo>
                <a:cubicBezTo>
                  <a:pt x="659004" y="268922"/>
                  <a:pt x="693548" y="286036"/>
                  <a:pt x="715734" y="320265"/>
                </a:cubicBezTo>
                <a:cubicBezTo>
                  <a:pt x="737920" y="354494"/>
                  <a:pt x="749012" y="425487"/>
                  <a:pt x="749012" y="533245"/>
                </a:cubicBezTo>
                <a:lnTo>
                  <a:pt x="749012" y="704390"/>
                </a:lnTo>
                <a:cubicBezTo>
                  <a:pt x="749012" y="804540"/>
                  <a:pt x="739503" y="878069"/>
                  <a:pt x="720487" y="924976"/>
                </a:cubicBezTo>
                <a:cubicBezTo>
                  <a:pt x="701471" y="971881"/>
                  <a:pt x="670412" y="1002307"/>
                  <a:pt x="627309" y="1016252"/>
                </a:cubicBezTo>
                <a:cubicBezTo>
                  <a:pt x="584206" y="1030198"/>
                  <a:pt x="471376" y="1037170"/>
                  <a:pt x="288823" y="1037170"/>
                </a:cubicBezTo>
                <a:lnTo>
                  <a:pt x="288823" y="1484046"/>
                </a:lnTo>
                <a:cubicBezTo>
                  <a:pt x="438416" y="1486582"/>
                  <a:pt x="539202" y="1496408"/>
                  <a:pt x="591178" y="1513522"/>
                </a:cubicBezTo>
                <a:cubicBezTo>
                  <a:pt x="643156" y="1530636"/>
                  <a:pt x="682456" y="1566450"/>
                  <a:pt x="709079" y="1620963"/>
                </a:cubicBezTo>
                <a:cubicBezTo>
                  <a:pt x="735701" y="1675476"/>
                  <a:pt x="749012" y="1761681"/>
                  <a:pt x="749012" y="1879581"/>
                </a:cubicBezTo>
                <a:lnTo>
                  <a:pt x="749012" y="2092560"/>
                </a:lnTo>
                <a:cubicBezTo>
                  <a:pt x="749012" y="2285257"/>
                  <a:pt x="739503" y="2404423"/>
                  <a:pt x="720487" y="2450062"/>
                </a:cubicBezTo>
                <a:cubicBezTo>
                  <a:pt x="701471" y="2495701"/>
                  <a:pt x="662172" y="2518519"/>
                  <a:pt x="602589" y="2518519"/>
                </a:cubicBezTo>
                <a:cubicBezTo>
                  <a:pt x="548076" y="2518519"/>
                  <a:pt x="512896" y="2500454"/>
                  <a:pt x="497050" y="2464323"/>
                </a:cubicBezTo>
                <a:cubicBezTo>
                  <a:pt x="481202" y="2428193"/>
                  <a:pt x="473278" y="2343572"/>
                  <a:pt x="473278" y="2210460"/>
                </a:cubicBezTo>
                <a:lnTo>
                  <a:pt x="473278" y="1710338"/>
                </a:lnTo>
                <a:lnTo>
                  <a:pt x="0" y="1710338"/>
                </a:lnTo>
                <a:lnTo>
                  <a:pt x="0" y="807076"/>
                </a:lnTo>
                <a:lnTo>
                  <a:pt x="473278" y="807076"/>
                </a:lnTo>
                <a:lnTo>
                  <a:pt x="473278" y="554163"/>
                </a:lnTo>
                <a:cubicBezTo>
                  <a:pt x="473278" y="436263"/>
                  <a:pt x="483104" y="359249"/>
                  <a:pt x="502754" y="323118"/>
                </a:cubicBezTo>
                <a:cubicBezTo>
                  <a:pt x="522404" y="286987"/>
                  <a:pt x="558852" y="268922"/>
                  <a:pt x="612097" y="268922"/>
                </a:cubicBezTo>
                <a:close/>
                <a:moveTo>
                  <a:pt x="1283934" y="0"/>
                </a:moveTo>
                <a:lnTo>
                  <a:pt x="5242298" y="0"/>
                </a:lnTo>
                <a:lnTo>
                  <a:pt x="5242298" y="4596761"/>
                </a:lnTo>
                <a:lnTo>
                  <a:pt x="0" y="4596761"/>
                </a:lnTo>
                <a:lnTo>
                  <a:pt x="0" y="2841012"/>
                </a:lnTo>
                <a:lnTo>
                  <a:pt x="44467" y="2871267"/>
                </a:lnTo>
                <a:cubicBezTo>
                  <a:pt x="183284" y="2953036"/>
                  <a:pt x="374395" y="2993920"/>
                  <a:pt x="617801" y="2993920"/>
                </a:cubicBezTo>
                <a:cubicBezTo>
                  <a:pt x="832049" y="2993920"/>
                  <a:pt x="1007630" y="2958721"/>
                  <a:pt x="1144545" y="2888321"/>
                </a:cubicBezTo>
                <a:cubicBezTo>
                  <a:pt x="1281461" y="2817924"/>
                  <a:pt x="1377809" y="2715183"/>
                  <a:pt x="1433590" y="2580099"/>
                </a:cubicBezTo>
                <a:cubicBezTo>
                  <a:pt x="1489370" y="2445016"/>
                  <a:pt x="1517260" y="2255078"/>
                  <a:pt x="1517260" y="2010286"/>
                </a:cubicBezTo>
                <a:cubicBezTo>
                  <a:pt x="1517260" y="1680497"/>
                  <a:pt x="1488736" y="1470889"/>
                  <a:pt x="1431688" y="1381465"/>
                </a:cubicBezTo>
                <a:cubicBezTo>
                  <a:pt x="1374639" y="1292040"/>
                  <a:pt x="1287800" y="1227667"/>
                  <a:pt x="1171168" y="1188348"/>
                </a:cubicBezTo>
                <a:cubicBezTo>
                  <a:pt x="1289068" y="1125001"/>
                  <a:pt x="1371471" y="1055003"/>
                  <a:pt x="1418376" y="978354"/>
                </a:cubicBezTo>
                <a:cubicBezTo>
                  <a:pt x="1465283" y="901706"/>
                  <a:pt x="1488736" y="777235"/>
                  <a:pt x="1488736" y="604941"/>
                </a:cubicBezTo>
                <a:cubicBezTo>
                  <a:pt x="1488736" y="350304"/>
                  <a:pt x="1423448" y="151409"/>
                  <a:pt x="1292870" y="8253"/>
                </a:cubicBezTo>
                <a:close/>
              </a:path>
            </a:pathLst>
          </a:custGeom>
          <a:pattFill prst="wdUpDiag">
            <a:fgClr>
              <a:schemeClr val="accent6">
                <a:lumMod val="20000"/>
                <a:lumOff val="80000"/>
              </a:schemeClr>
            </a:fgClr>
            <a:bgClr>
              <a:srgbClr val="FFFFFF"/>
            </a:bgClr>
          </a:pattFill>
          <a:ln>
            <a:noFill/>
          </a:ln>
          <a:effectLst/>
        </p:spPr>
        <p:txBody>
          <a:bodyPr vert="horz" wrap="square" lIns="91427" tIns="45712" rIns="91427" bIns="45712" numCol="1" anchor="t" anchorCtr="0" compatLnSpc="1">
            <a:prstTxWarp prst="textNoShape">
              <a:avLst/>
            </a:prstTxWarp>
          </a:bodyPr>
          <a:lstStyle>
            <a:lvl1pPr>
              <a:defRPr lang="en-US" sz="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825431" y="2943199"/>
            <a:ext cx="5242298" cy="4596761"/>
          </a:xfrm>
          <a:custGeom>
            <a:avLst/>
            <a:gdLst>
              <a:gd name="connsiteX0" fmla="*/ 1003826 w 5242297"/>
              <a:gd name="connsiteY0" fmla="*/ 0 h 4596761"/>
              <a:gd name="connsiteX1" fmla="*/ 5242297 w 5242297"/>
              <a:gd name="connsiteY1" fmla="*/ 0 h 4596761"/>
              <a:gd name="connsiteX2" fmla="*/ 5242297 w 5242297"/>
              <a:gd name="connsiteY2" fmla="*/ 4596761 h 4596761"/>
              <a:gd name="connsiteX3" fmla="*/ 0 w 5242297"/>
              <a:gd name="connsiteY3" fmla="*/ 4596761 h 4596761"/>
              <a:gd name="connsiteX4" fmla="*/ 0 w 5242297"/>
              <a:gd name="connsiteY4" fmla="*/ 654709 h 4596761"/>
              <a:gd name="connsiteX5" fmla="*/ 16 w 5242297"/>
              <a:gd name="connsiteY5" fmla="*/ 654710 h 4596761"/>
              <a:gd name="connsiteX6" fmla="*/ 124333 w 5242297"/>
              <a:gd name="connsiteY6" fmla="*/ 682521 h 4596761"/>
              <a:gd name="connsiteX7" fmla="*/ 218464 w 5242297"/>
              <a:gd name="connsiteY7" fmla="*/ 791864 h 4596761"/>
              <a:gd name="connsiteX8" fmla="*/ 235578 w 5242297"/>
              <a:gd name="connsiteY8" fmla="*/ 1221626 h 4596761"/>
              <a:gd name="connsiteX9" fmla="*/ 235578 w 5242297"/>
              <a:gd name="connsiteY9" fmla="*/ 2872218 h 4596761"/>
              <a:gd name="connsiteX10" fmla="*/ 1003826 w 5242297"/>
              <a:gd name="connsiteY10" fmla="*/ 2872218 h 4596761"/>
              <a:gd name="connsiteX11" fmla="*/ 0 w 5242297"/>
              <a:gd name="connsiteY11" fmla="*/ 0 h 4596761"/>
              <a:gd name="connsiteX12" fmla="*/ 344603 w 5242297"/>
              <a:gd name="connsiteY12" fmla="*/ 0 h 4596761"/>
              <a:gd name="connsiteX13" fmla="*/ 296756 w 5242297"/>
              <a:gd name="connsiteY13" fmla="*/ 37725 h 4596761"/>
              <a:gd name="connsiteX14" fmla="*/ 85202 w 5242297"/>
              <a:gd name="connsiteY14" fmla="*/ 160973 h 4596761"/>
              <a:gd name="connsiteX15" fmla="*/ 0 w 5242297"/>
              <a:gd name="connsiteY15" fmla="*/ 196796 h 459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242297" h="4596761">
                <a:moveTo>
                  <a:pt x="1003826" y="0"/>
                </a:moveTo>
                <a:lnTo>
                  <a:pt x="5242297" y="0"/>
                </a:lnTo>
                <a:lnTo>
                  <a:pt x="5242297" y="4596761"/>
                </a:lnTo>
                <a:lnTo>
                  <a:pt x="0" y="4596761"/>
                </a:lnTo>
                <a:lnTo>
                  <a:pt x="0" y="654709"/>
                </a:lnTo>
                <a:lnTo>
                  <a:pt x="16" y="654710"/>
                </a:lnTo>
                <a:cubicBezTo>
                  <a:pt x="57223" y="660890"/>
                  <a:pt x="98662" y="670161"/>
                  <a:pt x="124333" y="682521"/>
                </a:cubicBezTo>
                <a:cubicBezTo>
                  <a:pt x="175676" y="707241"/>
                  <a:pt x="207054" y="743689"/>
                  <a:pt x="218464" y="791864"/>
                </a:cubicBezTo>
                <a:cubicBezTo>
                  <a:pt x="229872" y="840037"/>
                  <a:pt x="235578" y="983291"/>
                  <a:pt x="235578" y="1221626"/>
                </a:cubicBezTo>
                <a:lnTo>
                  <a:pt x="235578" y="2872218"/>
                </a:lnTo>
                <a:lnTo>
                  <a:pt x="1003826" y="2872218"/>
                </a:lnTo>
                <a:close/>
                <a:moveTo>
                  <a:pt x="0" y="0"/>
                </a:moveTo>
                <a:lnTo>
                  <a:pt x="344603" y="0"/>
                </a:lnTo>
                <a:lnTo>
                  <a:pt x="296756" y="37725"/>
                </a:lnTo>
                <a:cubicBezTo>
                  <a:pt x="231824" y="84082"/>
                  <a:pt x="161306" y="125164"/>
                  <a:pt x="85202" y="160973"/>
                </a:cubicBezTo>
                <a:lnTo>
                  <a:pt x="0" y="196796"/>
                </a:lnTo>
                <a:close/>
              </a:path>
            </a:pathLst>
          </a:custGeom>
          <a:pattFill prst="wdUpDiag">
            <a:fgClr>
              <a:schemeClr val="accent6">
                <a:lumMod val="20000"/>
                <a:lumOff val="80000"/>
              </a:schemeClr>
            </a:fgClr>
            <a:bgClr>
              <a:srgbClr val="FFFFFF"/>
            </a:bgClr>
          </a:pattFill>
          <a:ln>
            <a:noFill/>
          </a:ln>
          <a:effectLst/>
        </p:spPr>
        <p:txBody>
          <a:bodyPr vert="horz" wrap="square" lIns="91427" tIns="45712" rIns="91427" bIns="45712" numCol="1" anchor="t" anchorCtr="0" compatLnSpc="1">
            <a:prstTxWarp prst="textNoShape">
              <a:avLst/>
            </a:prstTxWarp>
          </a:bodyPr>
          <a:lstStyle>
            <a:lvl1pPr>
              <a:defRPr lang="en-US" sz="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Рисунок 4"/>
          <p:cNvSpPr>
            <a:spLocks noGrp="1"/>
          </p:cNvSpPr>
          <p:nvPr>
            <p:ph type="pic" sz="quarter" idx="11"/>
          </p:nvPr>
        </p:nvSpPr>
        <p:spPr>
          <a:xfrm>
            <a:off x="6521047" y="2943199"/>
            <a:ext cx="5242298" cy="4596761"/>
          </a:xfrm>
          <a:custGeom>
            <a:avLst/>
            <a:gdLst>
              <a:gd name="connsiteX0" fmla="*/ 563084 w 5242297"/>
              <a:gd name="connsiteY0" fmla="*/ 267020 h 4596761"/>
              <a:gd name="connsiteX1" fmla="*/ 693522 w 5242297"/>
              <a:gd name="connsiteY1" fmla="*/ 328822 h 4596761"/>
              <a:gd name="connsiteX2" fmla="*/ 736368 w 5242297"/>
              <a:gd name="connsiteY2" fmla="*/ 516131 h 4596761"/>
              <a:gd name="connsiteX3" fmla="*/ 594698 w 5242297"/>
              <a:gd name="connsiteY3" fmla="*/ 971564 h 4596761"/>
              <a:gd name="connsiteX4" fmla="*/ 39370 w 5242297"/>
              <a:gd name="connsiteY4" fmla="*/ 1936213 h 4596761"/>
              <a:gd name="connsiteX5" fmla="*/ 0 w 5242297"/>
              <a:gd name="connsiteY5" fmla="*/ 2001298 h 4596761"/>
              <a:gd name="connsiteX6" fmla="*/ 0 w 5242297"/>
              <a:gd name="connsiteY6" fmla="*/ 900254 h 4596761"/>
              <a:gd name="connsiteX7" fmla="*/ 389801 w 5242297"/>
              <a:gd name="connsiteY7" fmla="*/ 900254 h 4596761"/>
              <a:gd name="connsiteX8" fmla="*/ 389801 w 5242297"/>
              <a:gd name="connsiteY8" fmla="*/ 607407 h 4596761"/>
              <a:gd name="connsiteX9" fmla="*/ 432647 w 5242297"/>
              <a:gd name="connsiteY9" fmla="*/ 335477 h 4596761"/>
              <a:gd name="connsiteX10" fmla="*/ 563084 w 5242297"/>
              <a:gd name="connsiteY10" fmla="*/ 267020 h 4596761"/>
              <a:gd name="connsiteX11" fmla="*/ 1198117 w 5242297"/>
              <a:gd name="connsiteY11" fmla="*/ 0 h 4596761"/>
              <a:gd name="connsiteX12" fmla="*/ 5242297 w 5242297"/>
              <a:gd name="connsiteY12" fmla="*/ 0 h 4596761"/>
              <a:gd name="connsiteX13" fmla="*/ 5242297 w 5242297"/>
              <a:gd name="connsiteY13" fmla="*/ 4596761 h 4596761"/>
              <a:gd name="connsiteX14" fmla="*/ 0 w 5242297"/>
              <a:gd name="connsiteY14" fmla="*/ 4596761 h 4596761"/>
              <a:gd name="connsiteX15" fmla="*/ 0 w 5242297"/>
              <a:gd name="connsiteY15" fmla="*/ 2931167 h 4596761"/>
              <a:gd name="connsiteX16" fmla="*/ 1391946 w 5242297"/>
              <a:gd name="connsiteY16" fmla="*/ 2931167 h 4596761"/>
              <a:gd name="connsiteX17" fmla="*/ 1391946 w 5242297"/>
              <a:gd name="connsiteY17" fmla="*/ 2406325 h 4596761"/>
              <a:gd name="connsiteX18" fmla="*/ 549476 w 5242297"/>
              <a:gd name="connsiteY18" fmla="*/ 2406325 h 4596761"/>
              <a:gd name="connsiteX19" fmla="*/ 1328228 w 5242297"/>
              <a:gd name="connsiteY19" fmla="*/ 1155069 h 4596761"/>
              <a:gd name="connsiteX20" fmla="*/ 1460403 w 5242297"/>
              <a:gd name="connsiteY20" fmla="*/ 595998 h 4596761"/>
              <a:gd name="connsiteX21" fmla="*/ 1225556 w 5242297"/>
              <a:gd name="connsiteY21" fmla="*/ 20762 h 459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242297" h="4596761">
                <a:moveTo>
                  <a:pt x="563084" y="267020"/>
                </a:moveTo>
                <a:cubicBezTo>
                  <a:pt x="621479" y="267020"/>
                  <a:pt x="664958" y="287621"/>
                  <a:pt x="693522" y="328822"/>
                </a:cubicBezTo>
                <a:cubicBezTo>
                  <a:pt x="722087" y="370023"/>
                  <a:pt x="736368" y="432459"/>
                  <a:pt x="736368" y="516131"/>
                </a:cubicBezTo>
                <a:cubicBezTo>
                  <a:pt x="736368" y="625155"/>
                  <a:pt x="689144" y="776967"/>
                  <a:pt x="594698" y="971564"/>
                </a:cubicBezTo>
                <a:cubicBezTo>
                  <a:pt x="523864" y="1117512"/>
                  <a:pt x="338754" y="1439062"/>
                  <a:pt x="39370" y="1936213"/>
                </a:cubicBezTo>
                <a:lnTo>
                  <a:pt x="0" y="2001298"/>
                </a:lnTo>
                <a:lnTo>
                  <a:pt x="0" y="900254"/>
                </a:lnTo>
                <a:lnTo>
                  <a:pt x="389801" y="900254"/>
                </a:lnTo>
                <a:lnTo>
                  <a:pt x="389801" y="607407"/>
                </a:lnTo>
                <a:cubicBezTo>
                  <a:pt x="389801" y="471760"/>
                  <a:pt x="404082" y="381116"/>
                  <a:pt x="432647" y="335477"/>
                </a:cubicBezTo>
                <a:cubicBezTo>
                  <a:pt x="461209" y="289839"/>
                  <a:pt x="504689" y="267020"/>
                  <a:pt x="563084" y="267020"/>
                </a:cubicBezTo>
                <a:close/>
                <a:moveTo>
                  <a:pt x="1198117" y="0"/>
                </a:moveTo>
                <a:lnTo>
                  <a:pt x="5242297" y="0"/>
                </a:lnTo>
                <a:lnTo>
                  <a:pt x="5242297" y="4596761"/>
                </a:lnTo>
                <a:lnTo>
                  <a:pt x="0" y="4596761"/>
                </a:lnTo>
                <a:lnTo>
                  <a:pt x="0" y="2931167"/>
                </a:lnTo>
                <a:lnTo>
                  <a:pt x="1391946" y="2931167"/>
                </a:lnTo>
                <a:lnTo>
                  <a:pt x="1391946" y="2406325"/>
                </a:lnTo>
                <a:lnTo>
                  <a:pt x="549476" y="2406325"/>
                </a:lnTo>
                <a:cubicBezTo>
                  <a:pt x="980526" y="1768654"/>
                  <a:pt x="1240110" y="1351568"/>
                  <a:pt x="1328228" y="1155069"/>
                </a:cubicBezTo>
                <a:cubicBezTo>
                  <a:pt x="1416345" y="958571"/>
                  <a:pt x="1460403" y="772213"/>
                  <a:pt x="1460403" y="595998"/>
                </a:cubicBezTo>
                <a:cubicBezTo>
                  <a:pt x="1460403" y="364002"/>
                  <a:pt x="1382121" y="172257"/>
                  <a:pt x="1225556" y="20762"/>
                </a:cubicBezTo>
                <a:close/>
              </a:path>
            </a:pathLst>
          </a:custGeom>
          <a:pattFill prst="wdUpDiag">
            <a:fgClr>
              <a:schemeClr val="accent6">
                <a:lumMod val="20000"/>
                <a:lumOff val="80000"/>
              </a:schemeClr>
            </a:fgClr>
            <a:bgClr>
              <a:srgbClr val="FFFFFF"/>
            </a:bgClr>
          </a:pattFill>
          <a:ln>
            <a:noFill/>
          </a:ln>
          <a:effectLst/>
        </p:spPr>
        <p:txBody>
          <a:bodyPr vert="horz" wrap="square" lIns="91427" tIns="45712" rIns="91427" bIns="45712" numCol="1" anchor="t" anchorCtr="0" compatLnSpc="1">
            <a:prstTxWarp prst="textNoShape">
              <a:avLst/>
            </a:prstTxWarp>
          </a:bodyPr>
          <a:lstStyle>
            <a:lvl1pPr>
              <a:defRPr lang="en-US" sz="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01320" y="264542"/>
            <a:ext cx="15399512" cy="997332"/>
          </a:xfrm>
          <a:prstGeom prst="rect">
            <a:avLst/>
          </a:prstGeom>
        </p:spPr>
        <p:txBody>
          <a:bodyPr lIns="91427" tIns="45712" rIns="91427" bIns="45712" anchor="ctr"/>
          <a:lstStyle>
            <a:lvl1pPr>
              <a:defRPr sz="3400" cap="all" baseline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слайда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01320" y="9664574"/>
            <a:ext cx="15399512" cy="284100"/>
          </a:xfrm>
          <a:prstGeom prst="rect">
            <a:avLst/>
          </a:prstGeom>
          <a:noFill/>
        </p:spPr>
        <p:txBody>
          <a:bodyPr vert="horz" lIns="91427" tIns="45712" rIns="91427" bIns="45712" rtlCol="0" anchor="ctr"/>
          <a:lstStyle>
            <a:lvl1pPr algn="l">
              <a:defRPr sz="1400" b="0" cap="all" spc="200" baseline="0"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8913408B-72B6-1A43-9377-F66C61A80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1320" y="9948672"/>
            <a:ext cx="3937508" cy="339916"/>
          </a:xfrm>
          <a:prstGeom prst="rect">
            <a:avLst/>
          </a:prstGeom>
        </p:spPr>
        <p:txBody>
          <a:bodyPr vert="horz" lIns="91427" tIns="45712" rIns="91427" bIns="45712" rtlCol="0" anchor="ctr"/>
          <a:lstStyle>
            <a:lvl1pPr algn="l">
              <a:defRPr sz="1800" b="1" i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6E6542A-CDDE-0A4D-9BEA-1CDB85DF59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4489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тезиса = 4 фото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5"/>
          <p:cNvSpPr>
            <a:spLocks noGrp="1"/>
          </p:cNvSpPr>
          <p:nvPr>
            <p:ph type="pic" sz="quarter" idx="10"/>
          </p:nvPr>
        </p:nvSpPr>
        <p:spPr>
          <a:xfrm>
            <a:off x="6083317" y="2521793"/>
            <a:ext cx="2917810" cy="2917810"/>
          </a:xfrm>
          <a:custGeom>
            <a:avLst/>
            <a:gdLst>
              <a:gd name="connsiteX0" fmla="*/ 2917810 w 2917810"/>
              <a:gd name="connsiteY0" fmla="*/ 0 h 2917810"/>
              <a:gd name="connsiteX1" fmla="*/ 2917810 w 2917810"/>
              <a:gd name="connsiteY1" fmla="*/ 2273904 h 2917810"/>
              <a:gd name="connsiteX2" fmla="*/ 2899411 w 2917810"/>
              <a:gd name="connsiteY2" fmla="*/ 2276712 h 2917810"/>
              <a:gd name="connsiteX3" fmla="*/ 2276712 w 2917810"/>
              <a:gd name="connsiteY3" fmla="*/ 2899411 h 2917810"/>
              <a:gd name="connsiteX4" fmla="*/ 2273904 w 2917810"/>
              <a:gd name="connsiteY4" fmla="*/ 2917810 h 2917810"/>
              <a:gd name="connsiteX5" fmla="*/ 0 w 2917810"/>
              <a:gd name="connsiteY5" fmla="*/ 2917810 h 2917810"/>
              <a:gd name="connsiteX6" fmla="*/ 374 w 2917810"/>
              <a:gd name="connsiteY6" fmla="*/ 2902997 h 2917810"/>
              <a:gd name="connsiteX7" fmla="*/ 2902997 w 2917810"/>
              <a:gd name="connsiteY7" fmla="*/ 374 h 2917810"/>
              <a:gd name="connsiteX8" fmla="*/ 2917810 w 2917810"/>
              <a:gd name="connsiteY8" fmla="*/ 0 h 2917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17810" h="2917810">
                <a:moveTo>
                  <a:pt x="2917810" y="0"/>
                </a:moveTo>
                <a:lnTo>
                  <a:pt x="2917810" y="2273904"/>
                </a:lnTo>
                <a:lnTo>
                  <a:pt x="2899411" y="2276712"/>
                </a:lnTo>
                <a:cubicBezTo>
                  <a:pt x="2586852" y="2340671"/>
                  <a:pt x="2340671" y="2586852"/>
                  <a:pt x="2276712" y="2899411"/>
                </a:cubicBezTo>
                <a:lnTo>
                  <a:pt x="2273904" y="2917810"/>
                </a:lnTo>
                <a:lnTo>
                  <a:pt x="0" y="2917810"/>
                </a:lnTo>
                <a:lnTo>
                  <a:pt x="374" y="2902997"/>
                </a:lnTo>
                <a:cubicBezTo>
                  <a:pt x="79799" y="1336143"/>
                  <a:pt x="1336143" y="79798"/>
                  <a:pt x="2902997" y="374"/>
                </a:cubicBezTo>
                <a:lnTo>
                  <a:pt x="2917810" y="0"/>
                </a:lnTo>
                <a:close/>
              </a:path>
            </a:pathLst>
          </a:custGeom>
          <a:pattFill prst="wdUpDiag">
            <a:fgClr>
              <a:schemeClr val="accent6">
                <a:lumMod val="20000"/>
                <a:lumOff val="80000"/>
              </a:schemeClr>
            </a:fgClr>
            <a:bgClr>
              <a:srgbClr val="FFFFFF"/>
            </a:bgClr>
          </a:pattFill>
          <a:ln>
            <a:noFill/>
          </a:ln>
          <a:effectLst/>
        </p:spPr>
        <p:txBody>
          <a:bodyPr vert="horz" wrap="square" lIns="91427" tIns="45712" rIns="91427" bIns="45712" numCol="1" anchor="t" anchorCtr="0" compatLnSpc="1">
            <a:prstTxWarp prst="textNoShape">
              <a:avLst/>
            </a:prstTxWarp>
          </a:bodyPr>
          <a:lstStyle>
            <a:lvl1pPr>
              <a:defRPr lang="en-US" sz="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1"/>
          </p:nvPr>
        </p:nvSpPr>
        <p:spPr>
          <a:xfrm>
            <a:off x="9286877" y="2521793"/>
            <a:ext cx="2917810" cy="2917810"/>
          </a:xfrm>
          <a:custGeom>
            <a:avLst/>
            <a:gdLst>
              <a:gd name="connsiteX0" fmla="*/ 0 w 2917811"/>
              <a:gd name="connsiteY0" fmla="*/ 0 h 2917810"/>
              <a:gd name="connsiteX1" fmla="*/ 14813 w 2917811"/>
              <a:gd name="connsiteY1" fmla="*/ 374 h 2917810"/>
              <a:gd name="connsiteX2" fmla="*/ 2917436 w 2917811"/>
              <a:gd name="connsiteY2" fmla="*/ 2902997 h 2917810"/>
              <a:gd name="connsiteX3" fmla="*/ 2917811 w 2917811"/>
              <a:gd name="connsiteY3" fmla="*/ 2917810 h 2917810"/>
              <a:gd name="connsiteX4" fmla="*/ 643906 w 2917811"/>
              <a:gd name="connsiteY4" fmla="*/ 2917810 h 2917810"/>
              <a:gd name="connsiteX5" fmla="*/ 641098 w 2917811"/>
              <a:gd name="connsiteY5" fmla="*/ 2899411 h 2917810"/>
              <a:gd name="connsiteX6" fmla="*/ 18399 w 2917811"/>
              <a:gd name="connsiteY6" fmla="*/ 2276712 h 2917810"/>
              <a:gd name="connsiteX7" fmla="*/ 0 w 2917811"/>
              <a:gd name="connsiteY7" fmla="*/ 2273904 h 2917810"/>
              <a:gd name="connsiteX8" fmla="*/ 0 w 2917811"/>
              <a:gd name="connsiteY8" fmla="*/ 0 h 2917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17811" h="2917810">
                <a:moveTo>
                  <a:pt x="0" y="0"/>
                </a:moveTo>
                <a:lnTo>
                  <a:pt x="14813" y="374"/>
                </a:lnTo>
                <a:cubicBezTo>
                  <a:pt x="1581668" y="79798"/>
                  <a:pt x="2838012" y="1336143"/>
                  <a:pt x="2917436" y="2902997"/>
                </a:cubicBezTo>
                <a:lnTo>
                  <a:pt x="2917811" y="2917810"/>
                </a:lnTo>
                <a:lnTo>
                  <a:pt x="643906" y="2917810"/>
                </a:lnTo>
                <a:lnTo>
                  <a:pt x="641098" y="2899411"/>
                </a:lnTo>
                <a:cubicBezTo>
                  <a:pt x="577139" y="2586852"/>
                  <a:pt x="330958" y="2340671"/>
                  <a:pt x="18399" y="2276712"/>
                </a:cubicBezTo>
                <a:lnTo>
                  <a:pt x="0" y="2273904"/>
                </a:lnTo>
                <a:lnTo>
                  <a:pt x="0" y="0"/>
                </a:lnTo>
                <a:close/>
              </a:path>
            </a:pathLst>
          </a:custGeom>
          <a:pattFill prst="wdUpDiag">
            <a:fgClr>
              <a:schemeClr val="accent6">
                <a:lumMod val="20000"/>
                <a:lumOff val="80000"/>
              </a:schemeClr>
            </a:fgClr>
            <a:bgClr>
              <a:srgbClr val="FFFFFF"/>
            </a:bgClr>
          </a:pattFill>
          <a:ln>
            <a:noFill/>
          </a:ln>
          <a:effectLst/>
        </p:spPr>
        <p:txBody>
          <a:bodyPr vert="horz" wrap="square" lIns="91427" tIns="45712" rIns="91427" bIns="45712" numCol="1" anchor="t" anchorCtr="0" compatLnSpc="1">
            <a:prstTxWarp prst="textNoShape">
              <a:avLst/>
            </a:prstTxWarp>
          </a:bodyPr>
          <a:lstStyle>
            <a:lvl1pPr>
              <a:defRPr lang="en-US" sz="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9" name="Рисунок 10"/>
          <p:cNvSpPr>
            <a:spLocks noGrp="1"/>
          </p:cNvSpPr>
          <p:nvPr>
            <p:ph type="pic" sz="quarter" idx="12"/>
          </p:nvPr>
        </p:nvSpPr>
        <p:spPr>
          <a:xfrm>
            <a:off x="6083317" y="5725356"/>
            <a:ext cx="2917810" cy="2917810"/>
          </a:xfrm>
          <a:custGeom>
            <a:avLst/>
            <a:gdLst>
              <a:gd name="connsiteX0" fmla="*/ 0 w 2917810"/>
              <a:gd name="connsiteY0" fmla="*/ 0 h 2917811"/>
              <a:gd name="connsiteX1" fmla="*/ 2273904 w 2917810"/>
              <a:gd name="connsiteY1" fmla="*/ 0 h 2917811"/>
              <a:gd name="connsiteX2" fmla="*/ 2276712 w 2917810"/>
              <a:gd name="connsiteY2" fmla="*/ 18399 h 2917811"/>
              <a:gd name="connsiteX3" fmla="*/ 2899411 w 2917810"/>
              <a:gd name="connsiteY3" fmla="*/ 641098 h 2917811"/>
              <a:gd name="connsiteX4" fmla="*/ 2917810 w 2917810"/>
              <a:gd name="connsiteY4" fmla="*/ 643906 h 2917811"/>
              <a:gd name="connsiteX5" fmla="*/ 2917810 w 2917810"/>
              <a:gd name="connsiteY5" fmla="*/ 2917811 h 2917811"/>
              <a:gd name="connsiteX6" fmla="*/ 2902997 w 2917810"/>
              <a:gd name="connsiteY6" fmla="*/ 2917436 h 2917811"/>
              <a:gd name="connsiteX7" fmla="*/ 374 w 2917810"/>
              <a:gd name="connsiteY7" fmla="*/ 14813 h 2917811"/>
              <a:gd name="connsiteX8" fmla="*/ 0 w 2917810"/>
              <a:gd name="connsiteY8" fmla="*/ 0 h 291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17810" h="2917811">
                <a:moveTo>
                  <a:pt x="0" y="0"/>
                </a:moveTo>
                <a:lnTo>
                  <a:pt x="2273904" y="0"/>
                </a:lnTo>
                <a:lnTo>
                  <a:pt x="2276712" y="18399"/>
                </a:lnTo>
                <a:cubicBezTo>
                  <a:pt x="2340671" y="330958"/>
                  <a:pt x="2586852" y="577140"/>
                  <a:pt x="2899411" y="641098"/>
                </a:cubicBezTo>
                <a:lnTo>
                  <a:pt x="2917810" y="643906"/>
                </a:lnTo>
                <a:lnTo>
                  <a:pt x="2917810" y="2917811"/>
                </a:lnTo>
                <a:lnTo>
                  <a:pt x="2902997" y="2917436"/>
                </a:lnTo>
                <a:cubicBezTo>
                  <a:pt x="1336143" y="2838012"/>
                  <a:pt x="79799" y="1581668"/>
                  <a:pt x="374" y="14813"/>
                </a:cubicBezTo>
                <a:lnTo>
                  <a:pt x="0" y="0"/>
                </a:lnTo>
                <a:close/>
              </a:path>
            </a:pathLst>
          </a:custGeom>
          <a:pattFill prst="wdUpDiag">
            <a:fgClr>
              <a:schemeClr val="accent6">
                <a:lumMod val="20000"/>
                <a:lumOff val="80000"/>
              </a:schemeClr>
            </a:fgClr>
            <a:bgClr>
              <a:srgbClr val="FFFFFF"/>
            </a:bgClr>
          </a:pattFill>
          <a:ln>
            <a:noFill/>
          </a:ln>
          <a:effectLst/>
        </p:spPr>
        <p:txBody>
          <a:bodyPr vert="horz" wrap="square" lIns="91427" tIns="45712" rIns="91427" bIns="45712" numCol="1" anchor="t" anchorCtr="0" compatLnSpc="1">
            <a:prstTxWarp prst="textNoShape">
              <a:avLst/>
            </a:prstTxWarp>
          </a:bodyPr>
          <a:lstStyle>
            <a:lvl1pPr>
              <a:defRPr lang="en-US" sz="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0" name="Рисунок 11"/>
          <p:cNvSpPr>
            <a:spLocks noGrp="1"/>
          </p:cNvSpPr>
          <p:nvPr>
            <p:ph type="pic" sz="quarter" idx="13"/>
          </p:nvPr>
        </p:nvSpPr>
        <p:spPr>
          <a:xfrm>
            <a:off x="9286877" y="5725356"/>
            <a:ext cx="2917810" cy="2917810"/>
          </a:xfrm>
          <a:custGeom>
            <a:avLst/>
            <a:gdLst>
              <a:gd name="connsiteX0" fmla="*/ 643906 w 2917811"/>
              <a:gd name="connsiteY0" fmla="*/ 0 h 2917811"/>
              <a:gd name="connsiteX1" fmla="*/ 2917811 w 2917811"/>
              <a:gd name="connsiteY1" fmla="*/ 0 h 2917811"/>
              <a:gd name="connsiteX2" fmla="*/ 2917436 w 2917811"/>
              <a:gd name="connsiteY2" fmla="*/ 14813 h 2917811"/>
              <a:gd name="connsiteX3" fmla="*/ 14813 w 2917811"/>
              <a:gd name="connsiteY3" fmla="*/ 2917436 h 2917811"/>
              <a:gd name="connsiteX4" fmla="*/ 0 w 2917811"/>
              <a:gd name="connsiteY4" fmla="*/ 2917811 h 2917811"/>
              <a:gd name="connsiteX5" fmla="*/ 0 w 2917811"/>
              <a:gd name="connsiteY5" fmla="*/ 643906 h 2917811"/>
              <a:gd name="connsiteX6" fmla="*/ 18399 w 2917811"/>
              <a:gd name="connsiteY6" fmla="*/ 641098 h 2917811"/>
              <a:gd name="connsiteX7" fmla="*/ 641098 w 2917811"/>
              <a:gd name="connsiteY7" fmla="*/ 18399 h 2917811"/>
              <a:gd name="connsiteX8" fmla="*/ 643906 w 2917811"/>
              <a:gd name="connsiteY8" fmla="*/ 0 h 291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17811" h="2917811">
                <a:moveTo>
                  <a:pt x="643906" y="0"/>
                </a:moveTo>
                <a:lnTo>
                  <a:pt x="2917811" y="0"/>
                </a:lnTo>
                <a:lnTo>
                  <a:pt x="2917436" y="14813"/>
                </a:lnTo>
                <a:cubicBezTo>
                  <a:pt x="2838012" y="1581668"/>
                  <a:pt x="1581668" y="2838012"/>
                  <a:pt x="14813" y="2917436"/>
                </a:cubicBezTo>
                <a:lnTo>
                  <a:pt x="0" y="2917811"/>
                </a:lnTo>
                <a:lnTo>
                  <a:pt x="0" y="643906"/>
                </a:lnTo>
                <a:lnTo>
                  <a:pt x="18399" y="641098"/>
                </a:lnTo>
                <a:cubicBezTo>
                  <a:pt x="330958" y="577140"/>
                  <a:pt x="577139" y="330958"/>
                  <a:pt x="641098" y="18399"/>
                </a:cubicBezTo>
                <a:lnTo>
                  <a:pt x="643906" y="0"/>
                </a:lnTo>
                <a:close/>
              </a:path>
            </a:pathLst>
          </a:custGeom>
          <a:pattFill prst="wdUpDiag">
            <a:fgClr>
              <a:schemeClr val="accent6">
                <a:lumMod val="20000"/>
                <a:lumOff val="80000"/>
              </a:schemeClr>
            </a:fgClr>
            <a:bgClr>
              <a:srgbClr val="FFFFFF"/>
            </a:bgClr>
          </a:pattFill>
          <a:ln>
            <a:noFill/>
          </a:ln>
          <a:effectLst/>
        </p:spPr>
        <p:txBody>
          <a:bodyPr vert="horz" wrap="square" lIns="91427" tIns="45712" rIns="91427" bIns="45712" numCol="1" anchor="t" anchorCtr="0" compatLnSpc="1">
            <a:prstTxWarp prst="textNoShape">
              <a:avLst/>
            </a:prstTxWarp>
          </a:bodyPr>
          <a:lstStyle>
            <a:lvl1pPr>
              <a:defRPr lang="en-US" sz="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1320" y="264542"/>
            <a:ext cx="15399512" cy="997332"/>
          </a:xfrm>
          <a:prstGeom prst="rect">
            <a:avLst/>
          </a:prstGeom>
        </p:spPr>
        <p:txBody>
          <a:bodyPr lIns="91427" tIns="45712" rIns="91427" bIns="45712" anchor="ctr"/>
          <a:lstStyle>
            <a:lvl1pPr>
              <a:defRPr sz="3400" cap="all" baseline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слайда</a:t>
            </a: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01320" y="9664574"/>
            <a:ext cx="15399512" cy="284100"/>
          </a:xfrm>
          <a:prstGeom prst="rect">
            <a:avLst/>
          </a:prstGeom>
          <a:noFill/>
        </p:spPr>
        <p:txBody>
          <a:bodyPr vert="horz" lIns="91427" tIns="45712" rIns="91427" bIns="45712" rtlCol="0" anchor="ctr"/>
          <a:lstStyle>
            <a:lvl1pPr algn="l">
              <a:defRPr sz="1400" b="0" cap="all" spc="200" baseline="0">
                <a:solidFill>
                  <a:schemeClr val="accent6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xmlns="" id="{041E9E41-C574-9E4C-A793-778472523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1320" y="9948672"/>
            <a:ext cx="3937508" cy="339916"/>
          </a:xfrm>
          <a:prstGeom prst="rect">
            <a:avLst/>
          </a:prstGeom>
        </p:spPr>
        <p:txBody>
          <a:bodyPr vert="horz" lIns="91427" tIns="45712" rIns="91427" bIns="45712" rtlCol="0" anchor="ctr"/>
          <a:lstStyle>
            <a:lvl1pPr algn="l">
              <a:defRPr sz="1800" b="1" i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6E6542A-CDDE-0A4D-9BEA-1CDB85DF59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330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58368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1320" y="9948672"/>
            <a:ext cx="3937508" cy="339916"/>
          </a:xfrm>
          <a:prstGeom prst="rect">
            <a:avLst/>
          </a:prstGeom>
        </p:spPr>
        <p:txBody>
          <a:bodyPr vert="horz" lIns="91427" tIns="45712" rIns="91427" bIns="45712" rtlCol="0" anchor="ctr"/>
          <a:lstStyle>
            <a:lvl1pPr algn="l">
              <a:defRPr sz="1800" b="1" i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6E6542A-CDDE-0A4D-9BEA-1CDB85DF59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164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5" r:id="rId1"/>
    <p:sldLayoutId id="2147484596" r:id="rId2"/>
    <p:sldLayoutId id="2147484593" r:id="rId3"/>
    <p:sldLayoutId id="2147484597" r:id="rId4"/>
    <p:sldLayoutId id="2147484598" r:id="rId5"/>
    <p:sldLayoutId id="2147484599" r:id="rId6"/>
    <p:sldLayoutId id="2147484594" r:id="rId7"/>
    <p:sldLayoutId id="2147484595" r:id="rId8"/>
    <p:sldLayoutId id="2147484592" r:id="rId9"/>
    <p:sldLayoutId id="2147484600" r:id="rId10"/>
    <p:sldLayoutId id="2147484601" r:id="rId11"/>
    <p:sldLayoutId id="2147484467" r:id="rId12"/>
    <p:sldLayoutId id="2147484508" r:id="rId13"/>
    <p:sldLayoutId id="2147484520" r:id="rId14"/>
    <p:sldLayoutId id="2147484521" r:id="rId15"/>
    <p:sldLayoutId id="2147484602" r:id="rId16"/>
  </p:sldLayoutIdLst>
  <p:hf hdr="0" dt="0"/>
  <p:txStyles>
    <p:titleStyle>
      <a:lvl1pPr algn="l" defTabSz="1371395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49" indent="-342849" algn="l" defTabSz="1371395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545" indent="-342849" algn="l" defTabSz="137139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244" indent="-342849" algn="l" defTabSz="137139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399940" indent="-342849" algn="l" defTabSz="137139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3085636" indent="-342849" algn="l" defTabSz="137139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35" indent="-342849" algn="l" defTabSz="137139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31" indent="-342849" algn="l" defTabSz="137139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29" indent="-342849" algn="l" defTabSz="137139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25" indent="-342849" algn="l" defTabSz="1371395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3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696" algn="l" defTabSz="13713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395" algn="l" defTabSz="13713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091" algn="l" defTabSz="13713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789" algn="l" defTabSz="13713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485" algn="l" defTabSz="13713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184" algn="l" defTabSz="13713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880" algn="l" defTabSz="13713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576" algn="l" defTabSz="137139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jp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5.png"/><Relationship Id="rId4" Type="http://schemas.openxmlformats.org/officeDocument/2006/relationships/image" Target="../media/image44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7.gi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>
          <a:xfrm>
            <a:off x="0" y="6562912"/>
            <a:ext cx="18288000" cy="2373312"/>
          </a:xfrm>
          <a:prstGeom prst="rect">
            <a:avLst/>
          </a:prstGeom>
          <a:noFill/>
        </p:spPr>
        <p:txBody>
          <a:bodyPr vert="horz" wrap="square" lIns="91385" tIns="45688" rIns="91385" bIns="45688" numCol="1" anchor="t" anchorCtr="0" compatLnSpc="1">
            <a:prstTxWarp prst="textNoShape">
              <a:avLst/>
            </a:prstTxWarp>
          </a:bodyPr>
          <a:lstStyle>
            <a:lvl1pPr algn="ctr" defTabSz="13713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100" baseline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ru-RU" altLang="ru-RU" cap="none" dirty="0" smtClean="0">
                <a:latin typeface="Arial" pitchFamily="34" charset="0"/>
                <a:cs typeface="Arial" pitchFamily="34" charset="0"/>
              </a:rPr>
              <a:t/>
            </a:r>
            <a:br>
              <a:rPr lang="ru-RU" altLang="ru-RU" cap="none" dirty="0" smtClean="0">
                <a:latin typeface="Arial" pitchFamily="34" charset="0"/>
                <a:cs typeface="Arial" pitchFamily="34" charset="0"/>
              </a:rPr>
            </a:br>
            <a:r>
              <a:rPr lang="ru-RU" sz="3600" dirty="0" smtClean="0"/>
              <a:t>Управление торговых ограничений, </a:t>
            </a:r>
            <a:br>
              <a:rPr lang="ru-RU" sz="3600" dirty="0" smtClean="0"/>
            </a:br>
            <a:r>
              <a:rPr lang="ru-RU" sz="3600" dirty="0" smtClean="0"/>
              <a:t>валютного и экспортного контроля</a:t>
            </a:r>
            <a:br>
              <a:rPr lang="ru-RU" sz="3600" dirty="0" smtClean="0"/>
            </a:br>
            <a:r>
              <a:rPr lang="ru-RU" sz="1800" dirty="0" smtClean="0"/>
              <a:t/>
            </a:r>
            <a:br>
              <a:rPr lang="ru-RU" sz="1800" dirty="0" smtClean="0"/>
            </a:br>
            <a:endParaRPr lang="ru-RU" sz="1800" dirty="0" smtClean="0"/>
          </a:p>
          <a:p>
            <a:pPr fontAlgn="auto">
              <a:spcAft>
                <a:spcPts val="0"/>
              </a:spcAft>
            </a:pPr>
            <a:r>
              <a:rPr lang="ru-RU" sz="3600" dirty="0" smtClean="0">
                <a:latin typeface="Calibri Light" panose="020F0302020204030204" pitchFamily="34" charset="0"/>
              </a:rPr>
              <a:t>ЛИЧНЫЙ КАБИНЕТ УЧАСТНИКА ВЭД</a:t>
            </a:r>
            <a:br>
              <a:rPr lang="ru-RU" sz="3600" dirty="0" smtClean="0">
                <a:latin typeface="Calibri Light" panose="020F0302020204030204" pitchFamily="34" charset="0"/>
              </a:rPr>
            </a:br>
            <a:endParaRPr lang="ru-RU" sz="1200" dirty="0" smtClean="0">
              <a:latin typeface="Calibri Light" panose="020F0302020204030204" pitchFamily="34" charset="0"/>
            </a:endParaRPr>
          </a:p>
          <a:p>
            <a:pPr fontAlgn="auto">
              <a:spcAft>
                <a:spcPts val="0"/>
              </a:spcAft>
            </a:pPr>
            <a:endParaRPr lang="ru-RU" sz="1200" dirty="0">
              <a:latin typeface="Calibri Light" panose="020F0302020204030204" pitchFamily="34" charset="0"/>
            </a:endParaRPr>
          </a:p>
          <a:p>
            <a:pPr fontAlgn="auto">
              <a:spcAft>
                <a:spcPts val="0"/>
              </a:spcAft>
            </a:pPr>
            <a:r>
              <a:rPr lang="ru-RU" sz="3600" dirty="0" smtClean="0">
                <a:latin typeface="Calibri Light" panose="020F0302020204030204" pitchFamily="34" charset="0"/>
              </a:rPr>
              <a:t>Информационный СЕРВИС «личный кабинет правообладателя»</a:t>
            </a:r>
            <a:endParaRPr lang="ru-RU" sz="360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98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3" y="1397404"/>
            <a:ext cx="17968685" cy="8242068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279400" y="379195"/>
            <a:ext cx="18008600" cy="666433"/>
          </a:xfrm>
          <a:noFill/>
          <a:ln w="9525">
            <a:noFill/>
            <a:miter lim="800000"/>
            <a:headEnd/>
            <a:tailEnd/>
          </a:ln>
        </p:spPr>
        <p:txBody>
          <a:bodyPr wrap="square" lIns="179907" tIns="89950" rIns="179907" bIns="89950" anchor="ctr">
            <a:spAutoFit/>
          </a:bodyPr>
          <a:lstStyle/>
          <a:p>
            <a:r>
              <a:rPr lang="ru-RU" dirty="0" smtClean="0"/>
              <a:t>Личный кабинет на официальном сайте ФТС России</a:t>
            </a:r>
            <a:endParaRPr lang="ru-RU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1</a:t>
            </a:r>
            <a:endParaRPr lang="en-US" sz="2800" dirty="0"/>
          </a:p>
        </p:txBody>
      </p:sp>
      <p:sp>
        <p:nvSpPr>
          <p:cNvPr id="2" name="Овал 1"/>
          <p:cNvSpPr/>
          <p:nvPr/>
        </p:nvSpPr>
        <p:spPr>
          <a:xfrm>
            <a:off x="7374373" y="3234372"/>
            <a:ext cx="1842199" cy="728030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1" y="8278187"/>
            <a:ext cx="1317744" cy="1317744"/>
          </a:xfrm>
          <a:prstGeom prst="rect">
            <a:avLst/>
          </a:prstGeom>
          <a:ln w="508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69900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397404"/>
            <a:ext cx="17881599" cy="8242068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279400" y="379195"/>
            <a:ext cx="18008600" cy="666433"/>
          </a:xfrm>
          <a:noFill/>
          <a:ln w="9525">
            <a:noFill/>
            <a:miter lim="800000"/>
            <a:headEnd/>
            <a:tailEnd/>
          </a:ln>
        </p:spPr>
        <p:txBody>
          <a:bodyPr wrap="square" lIns="179907" tIns="89950" rIns="179907" bIns="89950" anchor="ctr">
            <a:spAutoFit/>
          </a:bodyPr>
          <a:lstStyle/>
          <a:p>
            <a:r>
              <a:rPr lang="ru-RU" dirty="0" smtClean="0"/>
              <a:t>Вход в личный кабинет</a:t>
            </a:r>
            <a:endParaRPr lang="ru-RU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2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930952" y="6866327"/>
            <a:ext cx="1523456" cy="461647"/>
          </a:xfrm>
          <a:prstGeom prst="rect">
            <a:avLst/>
          </a:prstGeom>
          <a:noFill/>
        </p:spPr>
        <p:txBody>
          <a:bodyPr wrap="none" lIns="182861" tIns="91431" rIns="182861" bIns="91431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MTF2019</a:t>
            </a:r>
            <a:endParaRPr lang="ru-RU" dirty="0">
              <a:solidFill>
                <a:srgbClr val="FF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19180" y="7396691"/>
            <a:ext cx="1779936" cy="461647"/>
          </a:xfrm>
          <a:prstGeom prst="rect">
            <a:avLst/>
          </a:prstGeom>
          <a:noFill/>
        </p:spPr>
        <p:txBody>
          <a:bodyPr wrap="none" lIns="182861" tIns="91431" rIns="182861" bIns="91431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***********</a:t>
            </a:r>
          </a:p>
        </p:txBody>
      </p:sp>
      <p:sp>
        <p:nvSpPr>
          <p:cNvPr id="2" name="Овал 1"/>
          <p:cNvSpPr/>
          <p:nvPr/>
        </p:nvSpPr>
        <p:spPr>
          <a:xfrm>
            <a:off x="1800689" y="7800282"/>
            <a:ext cx="1153600" cy="545690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4131" y="8276373"/>
            <a:ext cx="1317744" cy="1317744"/>
          </a:xfrm>
          <a:prstGeom prst="rect">
            <a:avLst/>
          </a:prstGeom>
          <a:ln w="508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617180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/>
              <a:t>3</a:t>
            </a:r>
            <a:endParaRPr lang="en-US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7" y="1391192"/>
            <a:ext cx="17922238" cy="8265846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TextBox 5"/>
          <p:cNvSpPr txBox="1"/>
          <p:nvPr/>
        </p:nvSpPr>
        <p:spPr>
          <a:xfrm>
            <a:off x="386787" y="406590"/>
            <a:ext cx="12674014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400" dirty="0" smtClean="0"/>
              <a:t>Личный кабинет правообладателя</a:t>
            </a:r>
            <a:endParaRPr lang="ru-RU" sz="34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89" y="1393592"/>
            <a:ext cx="17922238" cy="8265846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6448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8" y="1397404"/>
            <a:ext cx="17909628" cy="8242068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4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386787" y="406590"/>
            <a:ext cx="12674014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400" dirty="0" smtClean="0"/>
              <a:t>Личный кабинет правообладателя</a:t>
            </a:r>
            <a:endParaRPr lang="ru-RU" sz="3400" dirty="0"/>
          </a:p>
        </p:txBody>
      </p:sp>
      <p:sp>
        <p:nvSpPr>
          <p:cNvPr id="8" name="Овал 7"/>
          <p:cNvSpPr/>
          <p:nvPr/>
        </p:nvSpPr>
        <p:spPr>
          <a:xfrm>
            <a:off x="13957300" y="4851400"/>
            <a:ext cx="3759200" cy="1017822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4931" y="8263673"/>
            <a:ext cx="1317744" cy="1317744"/>
          </a:xfrm>
          <a:prstGeom prst="rect">
            <a:avLst/>
          </a:prstGeom>
          <a:ln w="508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914392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5</a:t>
            </a:r>
            <a:endParaRPr 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386784" y="406590"/>
            <a:ext cx="14157216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200" dirty="0" smtClean="0"/>
              <a:t>Предоставление услуги по включению объекта интеллектуальной собственности в таможенный реестр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20" y="1412808"/>
            <a:ext cx="17955820" cy="801012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Овал 6"/>
          <p:cNvSpPr/>
          <p:nvPr/>
        </p:nvSpPr>
        <p:spPr>
          <a:xfrm>
            <a:off x="153706" y="3831772"/>
            <a:ext cx="2023437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96124" y="3294744"/>
            <a:ext cx="8897591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99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6</a:t>
            </a:r>
            <a:endParaRPr lang="en-US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20" y="1374966"/>
            <a:ext cx="18005480" cy="8211947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TextBox 5"/>
          <p:cNvSpPr txBox="1"/>
          <p:nvPr/>
        </p:nvSpPr>
        <p:spPr>
          <a:xfrm>
            <a:off x="386784" y="406590"/>
            <a:ext cx="14157216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200" dirty="0" smtClean="0"/>
              <a:t>Предоставление услуги по включению объекта интеллектуальной собственности в таможенный реестр</a:t>
            </a:r>
            <a:endParaRPr lang="ru-RU" sz="3200" dirty="0"/>
          </a:p>
        </p:txBody>
      </p:sp>
      <p:sp>
        <p:nvSpPr>
          <p:cNvPr id="7" name="Овал 6"/>
          <p:cNvSpPr/>
          <p:nvPr/>
        </p:nvSpPr>
        <p:spPr>
          <a:xfrm>
            <a:off x="2120572" y="3033492"/>
            <a:ext cx="8897591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168220" y="3283868"/>
            <a:ext cx="2023437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272" y="5083749"/>
            <a:ext cx="15964228" cy="69118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161141" y="5021942"/>
            <a:ext cx="16134443" cy="811051"/>
          </a:xfrm>
          <a:prstGeom prst="rect">
            <a:avLst/>
          </a:prstGeom>
          <a:noFill/>
          <a:ln w="508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7939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4.93366E-6 L -0.15477 -0.20271 " pathEditMode="relative" rAng="0" ptsTypes="AA">
                                      <p:cBhvr>
                                        <p:cTn id="15" dur="10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43" y="-101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62" y="1377532"/>
            <a:ext cx="17911137" cy="8259841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7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386784" y="406590"/>
            <a:ext cx="14157216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200" dirty="0" smtClean="0"/>
              <a:t>Предоставление услуги по включению объекта интеллектуальной собственности в таможенный реестр</a:t>
            </a:r>
            <a:endParaRPr lang="ru-RU" sz="3200" dirty="0"/>
          </a:p>
        </p:txBody>
      </p:sp>
      <p:sp>
        <p:nvSpPr>
          <p:cNvPr id="12" name="Овал 11"/>
          <p:cNvSpPr/>
          <p:nvPr/>
        </p:nvSpPr>
        <p:spPr>
          <a:xfrm>
            <a:off x="211762" y="3309268"/>
            <a:ext cx="2023437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3381829" y="3577783"/>
            <a:ext cx="13004800" cy="442674"/>
          </a:xfrm>
          <a:prstGeom prst="roundRect">
            <a:avLst/>
          </a:prstGeom>
          <a:noFill/>
          <a:ln w="508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71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8</a:t>
            </a:r>
            <a:endParaRPr lang="en-US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34" y="1422399"/>
            <a:ext cx="17984665" cy="8159017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9" name="Овал 8"/>
          <p:cNvSpPr/>
          <p:nvPr/>
        </p:nvSpPr>
        <p:spPr>
          <a:xfrm>
            <a:off x="632342" y="3258442"/>
            <a:ext cx="1748000" cy="428187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472855" y="6342728"/>
            <a:ext cx="1748000" cy="428187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588967" y="8708573"/>
            <a:ext cx="1748000" cy="319315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739" y="1500414"/>
            <a:ext cx="6917922" cy="804052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386784" y="406590"/>
            <a:ext cx="14157216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200" dirty="0" smtClean="0"/>
              <a:t>Предоставление услуги по включению объекта интеллектуальной собственности в таможенный реестр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41767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91667E-6 -5.55384E-8 L -0.13168 0.34742 " pathEditMode="relative" rAng="0" ptsTypes="AA">
                                      <p:cBhvr>
                                        <p:cTn id="15" dur="1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89" y="173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/>
              <a:t>9</a:t>
            </a:r>
            <a:endParaRPr lang="en-US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76" y="1409700"/>
            <a:ext cx="17922240" cy="816610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9" name="TextBox 8"/>
          <p:cNvSpPr txBox="1"/>
          <p:nvPr/>
        </p:nvSpPr>
        <p:spPr>
          <a:xfrm>
            <a:off x="386784" y="406590"/>
            <a:ext cx="14157216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200" dirty="0" smtClean="0"/>
              <a:t>Приостановление выпуска товара </a:t>
            </a:r>
          </a:p>
          <a:p>
            <a:r>
              <a:rPr lang="ru-RU" sz="3200" dirty="0" smtClean="0"/>
              <a:t>в личном кабинете правообладателя</a:t>
            </a:r>
            <a:endParaRPr lang="ru-RU" sz="3200" dirty="0"/>
          </a:p>
        </p:txBody>
      </p:sp>
      <p:sp>
        <p:nvSpPr>
          <p:cNvPr id="7" name="Овал 6"/>
          <p:cNvSpPr/>
          <p:nvPr/>
        </p:nvSpPr>
        <p:spPr>
          <a:xfrm>
            <a:off x="139192" y="3207670"/>
            <a:ext cx="2023437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234872" y="4018634"/>
            <a:ext cx="15863944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19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10</a:t>
            </a:r>
            <a:endParaRPr lang="en-US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55" y="1392528"/>
            <a:ext cx="17998002" cy="8257461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7" name="TextBox 16"/>
          <p:cNvSpPr txBox="1"/>
          <p:nvPr/>
        </p:nvSpPr>
        <p:spPr>
          <a:xfrm>
            <a:off x="386784" y="406590"/>
            <a:ext cx="14157216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200" dirty="0" smtClean="0"/>
              <a:t>Приостановление выпуска товара </a:t>
            </a:r>
          </a:p>
          <a:p>
            <a:r>
              <a:rPr lang="ru-RU" sz="3200" dirty="0" smtClean="0"/>
              <a:t>в личном кабинете правообладателя</a:t>
            </a:r>
            <a:endParaRPr lang="ru-RU" sz="3200" dirty="0"/>
          </a:p>
        </p:txBody>
      </p:sp>
      <p:sp>
        <p:nvSpPr>
          <p:cNvPr id="18" name="Овал 17"/>
          <p:cNvSpPr/>
          <p:nvPr/>
        </p:nvSpPr>
        <p:spPr>
          <a:xfrm>
            <a:off x="202911" y="1756260"/>
            <a:ext cx="16067603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02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6784" y="406590"/>
            <a:ext cx="14157216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200" dirty="0" smtClean="0"/>
              <a:t>Приостановление выпуска товара </a:t>
            </a:r>
          </a:p>
          <a:p>
            <a:r>
              <a:rPr lang="ru-RU" sz="3200" dirty="0" smtClean="0"/>
              <a:t>в личном кабинете правообладателя</a:t>
            </a:r>
            <a:endParaRPr lang="ru-RU" sz="3200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11</a:t>
            </a:r>
            <a:endParaRPr lang="en-US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34" y="1378113"/>
            <a:ext cx="17914765" cy="8246645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Овал 6"/>
          <p:cNvSpPr/>
          <p:nvPr/>
        </p:nvSpPr>
        <p:spPr>
          <a:xfrm>
            <a:off x="182734" y="2888362"/>
            <a:ext cx="2023437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252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12</a:t>
            </a:r>
            <a:endParaRPr lang="en-US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71" y="1365335"/>
            <a:ext cx="17968686" cy="8272037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Прямоугольник 5"/>
          <p:cNvSpPr/>
          <p:nvPr/>
        </p:nvSpPr>
        <p:spPr>
          <a:xfrm>
            <a:off x="686036" y="4536832"/>
            <a:ext cx="6182764" cy="388728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61" tIns="91431" rIns="182861" bIns="91431"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883200" y="4536832"/>
            <a:ext cx="5961600" cy="388728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61" tIns="91431" rIns="182861" bIns="91431"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86784" y="406590"/>
            <a:ext cx="14157216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200" dirty="0" smtClean="0"/>
              <a:t>Приостановление выпуска товара </a:t>
            </a:r>
          </a:p>
          <a:p>
            <a:r>
              <a:rPr lang="ru-RU" sz="3200" dirty="0" smtClean="0"/>
              <a:t>в личном кабинете правообладателя</a:t>
            </a:r>
            <a:endParaRPr lang="ru-RU" sz="3200" dirty="0"/>
          </a:p>
        </p:txBody>
      </p:sp>
      <p:sp>
        <p:nvSpPr>
          <p:cNvPr id="9" name="Овал 8"/>
          <p:cNvSpPr/>
          <p:nvPr/>
        </p:nvSpPr>
        <p:spPr>
          <a:xfrm>
            <a:off x="487528" y="1625644"/>
            <a:ext cx="2908815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802" y="5562711"/>
            <a:ext cx="12575167" cy="69118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2895260" y="5500904"/>
            <a:ext cx="12678570" cy="811051"/>
          </a:xfrm>
          <a:prstGeom prst="rect">
            <a:avLst/>
          </a:prstGeom>
          <a:noFill/>
          <a:ln w="508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101" y="5562711"/>
            <a:ext cx="11928570" cy="691188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3204044" y="5500904"/>
            <a:ext cx="12050471" cy="811051"/>
          </a:xfrm>
          <a:prstGeom prst="rect">
            <a:avLst/>
          </a:prstGeom>
          <a:noFill/>
          <a:ln w="508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71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21876E-6 L -0.30165 -0.11385 " pathEditMode="relative" rAng="0" ptsTypes="AA">
                                      <p:cBhvr>
                                        <p:cTn id="15" dur="10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87" y="-56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21876E-6 L -0.29921 -0.11385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65" y="-5693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21876E-6 L 0.01268 -0.11802 " pathEditMode="relative" rAng="0" ptsTypes="AA">
                                      <p:cBhvr>
                                        <p:cTn id="47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4" y="-59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2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11" grpId="0" animBg="1"/>
      <p:bldP spid="11" grpId="1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13</a:t>
            </a:r>
            <a:endParaRPr lang="en-US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7" y="1390566"/>
            <a:ext cx="17968684" cy="8234193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5" name="TextBox 4"/>
          <p:cNvSpPr txBox="1"/>
          <p:nvPr/>
        </p:nvSpPr>
        <p:spPr>
          <a:xfrm>
            <a:off x="386784" y="406590"/>
            <a:ext cx="14157216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200" dirty="0" smtClean="0"/>
              <a:t>Приостановление выпуска товара </a:t>
            </a:r>
          </a:p>
          <a:p>
            <a:r>
              <a:rPr lang="ru-RU" sz="3200" dirty="0" smtClean="0"/>
              <a:t>в личном кабинете правообладателя</a:t>
            </a:r>
            <a:endParaRPr lang="ru-RU" sz="3200" dirty="0"/>
          </a:p>
        </p:txBody>
      </p:sp>
      <p:sp>
        <p:nvSpPr>
          <p:cNvPr id="6" name="Овал 5"/>
          <p:cNvSpPr/>
          <p:nvPr/>
        </p:nvSpPr>
        <p:spPr>
          <a:xfrm>
            <a:off x="473014" y="1654672"/>
            <a:ext cx="2908815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147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14</a:t>
            </a:r>
            <a:endParaRPr lang="en-US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71" y="1372395"/>
            <a:ext cx="17968686" cy="8277592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Прямоугольник 5"/>
          <p:cNvSpPr/>
          <p:nvPr/>
        </p:nvSpPr>
        <p:spPr>
          <a:xfrm>
            <a:off x="643064" y="4882597"/>
            <a:ext cx="2755564" cy="388728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61" tIns="91431" rIns="182861" bIns="91431"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369600" y="4870616"/>
            <a:ext cx="7488000" cy="400598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61" tIns="91431" rIns="182861" bIns="91431"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0886628" y="4882597"/>
            <a:ext cx="5470972" cy="388728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61" tIns="91431" rIns="182861" bIns="91431"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386784" y="406590"/>
            <a:ext cx="14157216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200" dirty="0" smtClean="0"/>
              <a:t>Приостановление выпуска товара </a:t>
            </a:r>
          </a:p>
          <a:p>
            <a:r>
              <a:rPr lang="ru-RU" sz="3200" dirty="0" smtClean="0"/>
              <a:t>в личном кабинете правообладателя</a:t>
            </a:r>
            <a:endParaRPr lang="ru-RU" sz="3200" dirty="0"/>
          </a:p>
        </p:txBody>
      </p:sp>
      <p:sp>
        <p:nvSpPr>
          <p:cNvPr id="10" name="Овал 9"/>
          <p:cNvSpPr/>
          <p:nvPr/>
        </p:nvSpPr>
        <p:spPr>
          <a:xfrm>
            <a:off x="458500" y="1654672"/>
            <a:ext cx="2908815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112" y="5693337"/>
            <a:ext cx="5552548" cy="69118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6377542" y="5631530"/>
            <a:ext cx="5712860" cy="811051"/>
          </a:xfrm>
          <a:prstGeom prst="rect">
            <a:avLst/>
          </a:prstGeom>
          <a:noFill/>
          <a:ln w="508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272" y="5730031"/>
            <a:ext cx="15964228" cy="675856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1161141" y="5660558"/>
            <a:ext cx="16134443" cy="811051"/>
          </a:xfrm>
          <a:prstGeom prst="rect">
            <a:avLst/>
          </a:prstGeom>
          <a:noFill/>
          <a:ln w="508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882" y="5722365"/>
            <a:ext cx="11059008" cy="691188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3607695" y="5660558"/>
            <a:ext cx="11235279" cy="811051"/>
          </a:xfrm>
          <a:prstGeom prst="rect">
            <a:avLst/>
          </a:prstGeom>
          <a:noFill/>
          <a:ln w="508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35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4.09133E-6 L -0.40243 -0.0955 " pathEditMode="relative" rAng="0" ptsTypes="AA">
                                      <p:cBhvr>
                                        <p:cTn id="15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22" y="-4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4.09133E-6 L -0.40243 -0.0955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22" y="-478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2.82937E-6 L -0.12066 -0.0941 " pathEditMode="relative" rAng="0" ptsTypes="AA">
                                      <p:cBhvr>
                                        <p:cTn id="47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33" y="-47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2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2.82937E-6 L -0.11901 -0.09272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55" y="-464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7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250"/>
                            </p:stCondLst>
                            <p:childTnLst>
                              <p:par>
                                <p:cTn id="7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2.82937E-6 L 0.25157 -0.0941 " pathEditMode="relative" rAng="0" ptsTypes="AA">
                                      <p:cBhvr>
                                        <p:cTn id="79" dur="1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78" y="-47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25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12" grpId="0" animBg="1"/>
      <p:bldP spid="12" grpId="1" animBg="1"/>
      <p:bldP spid="14" grpId="0" animBg="1"/>
      <p:bldP spid="14" grpId="1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15</a:t>
            </a:r>
            <a:endParaRPr lang="en-US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44" y="1405363"/>
            <a:ext cx="18003720" cy="8194165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8" name="TextBox 7"/>
          <p:cNvSpPr txBox="1"/>
          <p:nvPr/>
        </p:nvSpPr>
        <p:spPr>
          <a:xfrm>
            <a:off x="386784" y="406590"/>
            <a:ext cx="14157216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200" dirty="0" smtClean="0"/>
              <a:t>Приостановление выпуска товара </a:t>
            </a:r>
          </a:p>
          <a:p>
            <a:r>
              <a:rPr lang="ru-RU" sz="3200" dirty="0" smtClean="0"/>
              <a:t>в личном кабинете правообладателя</a:t>
            </a:r>
            <a:endParaRPr lang="ru-RU" sz="3200" dirty="0"/>
          </a:p>
        </p:txBody>
      </p:sp>
      <p:sp>
        <p:nvSpPr>
          <p:cNvPr id="9" name="Овал 8"/>
          <p:cNvSpPr/>
          <p:nvPr/>
        </p:nvSpPr>
        <p:spPr>
          <a:xfrm>
            <a:off x="429472" y="1669186"/>
            <a:ext cx="2908815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442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16</a:t>
            </a:r>
            <a:endParaRPr 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386784" y="406590"/>
            <a:ext cx="14301216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400" dirty="0" smtClean="0"/>
              <a:t>Перечень объектов интеллектуальной собственности</a:t>
            </a:r>
            <a:endParaRPr lang="ru-RU" sz="3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14" y="1395046"/>
            <a:ext cx="17983199" cy="8267554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Овал 5"/>
          <p:cNvSpPr/>
          <p:nvPr/>
        </p:nvSpPr>
        <p:spPr>
          <a:xfrm>
            <a:off x="2098582" y="2090092"/>
            <a:ext cx="7858218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9192" y="3875314"/>
            <a:ext cx="2023437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160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17</a:t>
            </a:r>
            <a:endParaRPr 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386784" y="406590"/>
            <a:ext cx="14301216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400" dirty="0" smtClean="0"/>
              <a:t>Перечень объектов интеллектуальной собственности</a:t>
            </a:r>
            <a:endParaRPr lang="ru-RU" sz="3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56" y="1378858"/>
            <a:ext cx="17983199" cy="8193208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Овал 5"/>
          <p:cNvSpPr/>
          <p:nvPr/>
        </p:nvSpPr>
        <p:spPr>
          <a:xfrm>
            <a:off x="2098582" y="2148148"/>
            <a:ext cx="6043932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68220" y="4818724"/>
            <a:ext cx="2023437" cy="566059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06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18</a:t>
            </a:r>
            <a:endParaRPr lang="en-US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9" y="1422399"/>
            <a:ext cx="17922238" cy="8159017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TextBox 6"/>
          <p:cNvSpPr txBox="1"/>
          <p:nvPr/>
        </p:nvSpPr>
        <p:spPr>
          <a:xfrm>
            <a:off x="386787" y="406590"/>
            <a:ext cx="12674014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400" dirty="0" smtClean="0"/>
              <a:t>Справка по Личному кабинету правообладателя</a:t>
            </a:r>
            <a:endParaRPr lang="ru-RU" sz="3400" dirty="0"/>
          </a:p>
        </p:txBody>
      </p:sp>
      <p:sp>
        <p:nvSpPr>
          <p:cNvPr id="6" name="Овал 5"/>
          <p:cNvSpPr/>
          <p:nvPr/>
        </p:nvSpPr>
        <p:spPr>
          <a:xfrm>
            <a:off x="14442069" y="1709039"/>
            <a:ext cx="1175296" cy="395533"/>
          </a:xfrm>
          <a:prstGeom prst="ellipse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4931" y="8220131"/>
            <a:ext cx="1317744" cy="1317744"/>
          </a:xfrm>
          <a:prstGeom prst="rect">
            <a:avLst/>
          </a:prstGeom>
          <a:ln w="50800">
            <a:solidFill>
              <a:schemeClr val="accent2"/>
            </a:solidFill>
          </a:ln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902" y="5765906"/>
            <a:ext cx="6386888" cy="2216937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5558970" y="5689586"/>
            <a:ext cx="6564389" cy="2423900"/>
          </a:xfrm>
          <a:prstGeom prst="rect">
            <a:avLst/>
          </a:prstGeom>
          <a:noFill/>
          <a:ln w="508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153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0556E-6 -3.70256E-6 L 0.37144 -0.47346 " pathEditMode="relative" rAng="0" ptsTypes="AA">
                                      <p:cBhvr>
                                        <p:cTn id="11" dur="1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68" y="-2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00A6E6B7-0904-2F4D-9051-0DBC3FBF6AEC}"/>
              </a:ext>
            </a:extLst>
          </p:cNvPr>
          <p:cNvSpPr txBox="1">
            <a:spLocks/>
          </p:cNvSpPr>
          <p:nvPr/>
        </p:nvSpPr>
        <p:spPr>
          <a:xfrm>
            <a:off x="802643" y="9955830"/>
            <a:ext cx="3561130" cy="319183"/>
          </a:xfrm>
          <a:prstGeom prst="rect">
            <a:avLst/>
          </a:prstGeom>
        </p:spPr>
        <p:txBody>
          <a:bodyPr vert="horz" lIns="182805" tIns="91403" rIns="182805" bIns="91403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i="0" kern="12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  <a:lvl2pPr marL="38499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76999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154991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5399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924984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309981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2694978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079975" algn="l" defTabSz="769994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r>
              <a:rPr lang="ru-RU" sz="2800" dirty="0" smtClean="0"/>
              <a:t>19</a:t>
            </a:r>
            <a:endParaRPr lang="en-US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35" y="1422399"/>
            <a:ext cx="18002808" cy="8159017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TextBox 6"/>
          <p:cNvSpPr txBox="1"/>
          <p:nvPr/>
        </p:nvSpPr>
        <p:spPr>
          <a:xfrm>
            <a:off x="125535" y="406590"/>
            <a:ext cx="16310088" cy="546230"/>
          </a:xfrm>
          <a:prstGeom prst="rect">
            <a:avLst/>
          </a:prstGeom>
        </p:spPr>
        <p:txBody>
          <a:bodyPr lIns="102351" tIns="51177" rIns="102351" bIns="51177" anchor="ctr"/>
          <a:lstStyle>
            <a:defPPr>
              <a:defRPr lang="en-US"/>
            </a:defPPr>
            <a:lvl1pPr defTabSz="767959">
              <a:lnSpc>
                <a:spcPct val="90000"/>
              </a:lnSpc>
              <a:defRPr sz="1600" cap="all">
                <a:solidFill>
                  <a:schemeClr val="accent1"/>
                </a:solidFill>
                <a:latin typeface="Arial" charset="0"/>
                <a:ea typeface="Arial" charset="0"/>
              </a:defRPr>
            </a:lvl1pPr>
          </a:lstStyle>
          <a:p>
            <a:r>
              <a:rPr lang="ru-RU" sz="3200" dirty="0" smtClean="0"/>
              <a:t>Таможенный реестр объектов интеллектуальной собственности</a:t>
            </a:r>
            <a:endParaRPr lang="ru-RU" sz="32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4931" y="8205617"/>
            <a:ext cx="1317744" cy="1317744"/>
          </a:xfrm>
          <a:prstGeom prst="rect">
            <a:avLst/>
          </a:prstGeom>
          <a:ln w="508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400925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>
          <a:xfrm>
            <a:off x="0" y="6562912"/>
            <a:ext cx="18288000" cy="2373312"/>
          </a:xfrm>
          <a:prstGeom prst="rect">
            <a:avLst/>
          </a:prstGeom>
          <a:noFill/>
        </p:spPr>
        <p:txBody>
          <a:bodyPr vert="horz" wrap="square" lIns="91385" tIns="45688" rIns="91385" bIns="45688" numCol="1" anchor="t" anchorCtr="0" compatLnSpc="1">
            <a:prstTxWarp prst="textNoShape">
              <a:avLst/>
            </a:prstTxWarp>
          </a:bodyPr>
          <a:lstStyle>
            <a:lvl1pPr algn="ctr" defTabSz="13713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100" baseline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ru-RU" altLang="ru-RU" cap="none" dirty="0" smtClean="0">
                <a:latin typeface="Arial" pitchFamily="34" charset="0"/>
                <a:cs typeface="Arial" pitchFamily="34" charset="0"/>
              </a:rPr>
              <a:t/>
            </a:r>
            <a:br>
              <a:rPr lang="ru-RU" altLang="ru-RU" cap="none" dirty="0" smtClean="0">
                <a:latin typeface="Arial" pitchFamily="34" charset="0"/>
                <a:cs typeface="Arial" pitchFamily="34" charset="0"/>
              </a:rPr>
            </a:br>
            <a:r>
              <a:rPr lang="ru-RU" sz="3600" dirty="0" smtClean="0"/>
              <a:t>Управление торговых ограничений, </a:t>
            </a:r>
            <a:br>
              <a:rPr lang="ru-RU" sz="3600" dirty="0" smtClean="0"/>
            </a:br>
            <a:r>
              <a:rPr lang="ru-RU" sz="3600" dirty="0" smtClean="0"/>
              <a:t>валютного и экспортного контроля</a:t>
            </a:r>
            <a:br>
              <a:rPr lang="ru-RU" sz="3600" dirty="0" smtClean="0"/>
            </a:br>
            <a:r>
              <a:rPr lang="ru-RU" sz="1800" dirty="0" smtClean="0"/>
              <a:t/>
            </a:r>
            <a:br>
              <a:rPr lang="ru-RU" sz="1800" dirty="0" smtClean="0"/>
            </a:br>
            <a:endParaRPr lang="ru-RU" sz="1800" dirty="0" smtClean="0"/>
          </a:p>
          <a:p>
            <a:pPr fontAlgn="auto">
              <a:spcAft>
                <a:spcPts val="0"/>
              </a:spcAft>
            </a:pPr>
            <a:r>
              <a:rPr lang="ru-RU" sz="3600" dirty="0" smtClean="0">
                <a:latin typeface="Calibri Light" panose="020F0302020204030204" pitchFamily="34" charset="0"/>
              </a:rPr>
              <a:t>ЛИЧНЫЙ КАБИНЕТ УЧАСТНИКА ВЭД</a:t>
            </a:r>
            <a:br>
              <a:rPr lang="ru-RU" sz="3600" dirty="0" smtClean="0">
                <a:latin typeface="Calibri Light" panose="020F0302020204030204" pitchFamily="34" charset="0"/>
              </a:rPr>
            </a:br>
            <a:endParaRPr lang="ru-RU" sz="1200" dirty="0" smtClean="0">
              <a:latin typeface="Calibri Light" panose="020F0302020204030204" pitchFamily="34" charset="0"/>
            </a:endParaRPr>
          </a:p>
          <a:p>
            <a:pPr fontAlgn="auto">
              <a:spcAft>
                <a:spcPts val="0"/>
              </a:spcAft>
            </a:pPr>
            <a:endParaRPr lang="ru-RU" sz="1200" dirty="0">
              <a:latin typeface="Calibri Light" panose="020F0302020204030204" pitchFamily="34" charset="0"/>
            </a:endParaRPr>
          </a:p>
          <a:p>
            <a:pPr fontAlgn="auto">
              <a:spcAft>
                <a:spcPts val="0"/>
              </a:spcAft>
            </a:pPr>
            <a:r>
              <a:rPr lang="ru-RU" sz="3600" dirty="0" smtClean="0">
                <a:latin typeface="Calibri Light" panose="020F0302020204030204" pitchFamily="34" charset="0"/>
              </a:rPr>
              <a:t>Информационный СЕРВИС «личный кабинет правообладателя»</a:t>
            </a:r>
            <a:endParaRPr lang="ru-RU" sz="360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71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ветлый вариант">
  <a:themeElements>
    <a:clrScheme name="FTS_new colors 1">
      <a:dk1>
        <a:srgbClr val="000000"/>
      </a:dk1>
      <a:lt1>
        <a:srgbClr val="ECFFBD"/>
      </a:lt1>
      <a:dk2>
        <a:srgbClr val="000000"/>
      </a:dk2>
      <a:lt2>
        <a:srgbClr val="FFFFFF"/>
      </a:lt2>
      <a:accent1>
        <a:srgbClr val="1D6846"/>
      </a:accent1>
      <a:accent2>
        <a:srgbClr val="FFD800"/>
      </a:accent2>
      <a:accent3>
        <a:srgbClr val="008D78"/>
      </a:accent3>
      <a:accent4>
        <a:srgbClr val="F29700"/>
      </a:accent4>
      <a:accent5>
        <a:srgbClr val="4F9F45"/>
      </a:accent5>
      <a:accent6>
        <a:srgbClr val="006678"/>
      </a:accent6>
      <a:hlink>
        <a:srgbClr val="3CB396"/>
      </a:hlink>
      <a:folHlink>
        <a:srgbClr val="0A505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32B36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4219E7C051D9947A1B1A3CF9D9CCC42" ma:contentTypeVersion="0" ma:contentTypeDescription="Создание документа." ma:contentTypeScope="" ma:versionID="822b38ede9a47539c07d28a3a5e6ddb4">
  <xsd:schema xmlns:xsd="http://www.w3.org/2001/XMLSchema" xmlns:p="http://schemas.microsoft.com/office/2006/metadata/properties" targetNamespace="http://schemas.microsoft.com/office/2006/metadata/properties" ma:root="true" ma:fieldsID="53974d1da0c14f073d2cc649cae9f3e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одержимого" ma:readOnly="true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B84E5C61-06BC-445D-801B-B0A4DDF12C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BDA094-713F-4E8E-A510-1D7DFA87E4F7}">
  <ds:schemaRefs>
    <ds:schemaRef ds:uri="http://purl.org/dc/terms/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F29E3130-CAF7-4856-B686-F4B5B71F7E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40899</TotalTime>
  <Words>177</Words>
  <Application>Microsoft Office PowerPoint</Application>
  <PresentationFormat>Произвольный</PresentationFormat>
  <Paragraphs>87</Paragraphs>
  <Slides>21</Slides>
  <Notes>16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Светлый вариант</vt:lpstr>
      <vt:lpstr>Презентация PowerPoint</vt:lpstr>
      <vt:lpstr>Личный кабинет на официальном сайте ФТС России</vt:lpstr>
      <vt:lpstr>Вход в личный кабинет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44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Звонилова Марина Владимировна</cp:lastModifiedBy>
  <cp:revision>2841</cp:revision>
  <cp:lastPrinted>2019-10-31T06:29:45Z</cp:lastPrinted>
  <dcterms:created xsi:type="dcterms:W3CDTF">2015-02-25T15:20:40Z</dcterms:created>
  <dcterms:modified xsi:type="dcterms:W3CDTF">2019-12-26T14:10:43Z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0x01010074219E7C051D9947A1B1A3CF9D9CCC42</vt:lpwstr>
  </property>
  <property fmtid="{D5CDD505-2E9C-101B-9397-08002B2CF9AE}" pid="3" name="TemplateUrl">
    <vt:lpwstr/>
  </property>
  <property fmtid="{D5CDD505-2E9C-101B-9397-08002B2CF9AE}" pid="4" name="xd_Signature">
    <vt:bool>false</vt:bool>
  </property>
  <property fmtid="{D5CDD505-2E9C-101B-9397-08002B2CF9AE}" pid="5" name="xd_ProgID">
    <vt:lpwstr/>
  </property>
</Properties>
</file>